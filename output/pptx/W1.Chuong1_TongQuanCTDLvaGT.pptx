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7" r:id="rId1"/>
  </p:sldMasterIdLst>
  <p:notesMasterIdLst>
    <p:notesMasterId r:id="rId32"/>
  </p:notesMasterIdLst>
  <p:handoutMasterIdLst>
    <p:handoutMasterId r:id="rId33"/>
  </p:handoutMasterIdLst>
  <p:sldIdLst>
    <p:sldId id="297" r:id="rId2"/>
    <p:sldId id="256" r:id="rId3"/>
    <p:sldId id="335" r:id="rId4"/>
    <p:sldId id="336" r:id="rId5"/>
    <p:sldId id="337" r:id="rId6"/>
    <p:sldId id="338" r:id="rId7"/>
    <p:sldId id="339" r:id="rId8"/>
    <p:sldId id="371" r:id="rId9"/>
    <p:sldId id="342" r:id="rId10"/>
    <p:sldId id="343" r:id="rId11"/>
    <p:sldId id="372" r:id="rId12"/>
    <p:sldId id="344" r:id="rId13"/>
    <p:sldId id="345" r:id="rId14"/>
    <p:sldId id="346" r:id="rId15"/>
    <p:sldId id="401" r:id="rId16"/>
    <p:sldId id="347" r:id="rId17"/>
    <p:sldId id="348" r:id="rId18"/>
    <p:sldId id="350" r:id="rId19"/>
    <p:sldId id="349" r:id="rId20"/>
    <p:sldId id="406" r:id="rId21"/>
    <p:sldId id="374" r:id="rId22"/>
    <p:sldId id="352" r:id="rId23"/>
    <p:sldId id="353" r:id="rId24"/>
    <p:sldId id="402" r:id="rId25"/>
    <p:sldId id="355" r:id="rId26"/>
    <p:sldId id="389" r:id="rId27"/>
    <p:sldId id="403" r:id="rId28"/>
    <p:sldId id="404" r:id="rId29"/>
    <p:sldId id="396" r:id="rId30"/>
    <p:sldId id="405" r:id="rId31"/>
  </p:sldIdLst>
  <p:sldSz cx="9144000" cy="6858000" type="screen4x3"/>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66"/>
    <a:srgbClr val="00004C"/>
    <a:srgbClr val="0036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948087-D83E-811C-A065-9A61CF263C51}" v="1" dt="2025-09-24T07:05:06.127"/>
    <p1510:client id="{E7A9F665-D85F-A056-1449-B09508F42FFF}" v="2" dt="2025-09-24T06:24:00.471"/>
    <p1510:client id="{F1BA6A7C-7E9F-42A9-B5E9-9A9C03283EC2}" v="69" dt="2025-09-24T05:08:02.3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ễn Mạnh" userId="329e3971942da879" providerId="Windows Live" clId="Web-{E7A9F665-D85F-A056-1449-B09508F42FFF}"/>
    <pc:docChg chg="delSld">
      <pc:chgData name="Nguyễn Mạnh" userId="329e3971942da879" providerId="Windows Live" clId="Web-{E7A9F665-D85F-A056-1449-B09508F42FFF}" dt="2025-09-24T06:24:00.471" v="1"/>
      <pc:docMkLst>
        <pc:docMk/>
      </pc:docMkLst>
      <pc:sldChg chg="del">
        <pc:chgData name="Nguyễn Mạnh" userId="329e3971942da879" providerId="Windows Live" clId="Web-{E7A9F665-D85F-A056-1449-B09508F42FFF}" dt="2025-09-24T06:23:51.908" v="0"/>
        <pc:sldMkLst>
          <pc:docMk/>
          <pc:sldMk cId="1904459634" sldId="340"/>
        </pc:sldMkLst>
      </pc:sldChg>
      <pc:sldChg chg="del">
        <pc:chgData name="Nguyễn Mạnh" userId="329e3971942da879" providerId="Windows Live" clId="Web-{E7A9F665-D85F-A056-1449-B09508F42FFF}" dt="2025-09-24T06:24:00.471" v="1"/>
        <pc:sldMkLst>
          <pc:docMk/>
          <pc:sldMk cId="976357301" sldId="341"/>
        </pc:sldMkLst>
      </pc:sldChg>
    </pc:docChg>
  </pc:docChgLst>
  <pc:docChgLst>
    <pc:chgData name="Hai Hai" userId="0a4b3da92c65de21" providerId="LiveId" clId="{E4E10A87-320C-47E3-940C-4AECEDEE5FB7}"/>
    <pc:docChg chg="custSel modSld">
      <pc:chgData name="Hai Hai" userId="0a4b3da92c65de21" providerId="LiveId" clId="{E4E10A87-320C-47E3-940C-4AECEDEE5FB7}" dt="2025-09-24T05:08:02.362" v="68" actId="255"/>
      <pc:docMkLst>
        <pc:docMk/>
      </pc:docMkLst>
      <pc:sldChg chg="modSp mod">
        <pc:chgData name="Hai Hai" userId="0a4b3da92c65de21" providerId="LiveId" clId="{E4E10A87-320C-47E3-940C-4AECEDEE5FB7}" dt="2025-09-24T05:08:02.362" v="68" actId="255"/>
        <pc:sldMkLst>
          <pc:docMk/>
          <pc:sldMk cId="0" sldId="256"/>
        </pc:sldMkLst>
        <pc:spChg chg="mod">
          <ac:chgData name="Hai Hai" userId="0a4b3da92c65de21" providerId="LiveId" clId="{E4E10A87-320C-47E3-940C-4AECEDEE5FB7}" dt="2025-09-24T05:07:56.519" v="66" actId="255"/>
          <ac:spMkLst>
            <pc:docMk/>
            <pc:sldMk cId="0" sldId="256"/>
            <ac:spMk id="2" creationId="{00000000-0000-0000-0000-000000000000}"/>
          </ac:spMkLst>
        </pc:spChg>
        <pc:spChg chg="mod">
          <ac:chgData name="Hai Hai" userId="0a4b3da92c65de21" providerId="LiveId" clId="{E4E10A87-320C-47E3-940C-4AECEDEE5FB7}" dt="2025-09-24T05:08:02.362" v="68" actId="255"/>
          <ac:spMkLst>
            <pc:docMk/>
            <pc:sldMk cId="0" sldId="256"/>
            <ac:spMk id="3" creationId="{A4ACF486-B7D8-4A5A-B633-83527A2F99E2}"/>
          </ac:spMkLst>
        </pc:spChg>
      </pc:sldChg>
      <pc:sldChg chg="delSp mod delAnim">
        <pc:chgData name="Hai Hai" userId="0a4b3da92c65de21" providerId="LiveId" clId="{E4E10A87-320C-47E3-940C-4AECEDEE5FB7}" dt="2025-09-24T05:02:19.095" v="40" actId="478"/>
        <pc:sldMkLst>
          <pc:docMk/>
          <pc:sldMk cId="4091361488" sldId="339"/>
        </pc:sldMkLst>
        <pc:spChg chg="del">
          <ac:chgData name="Hai Hai" userId="0a4b3da92c65de21" providerId="LiveId" clId="{E4E10A87-320C-47E3-940C-4AECEDEE5FB7}" dt="2025-09-24T05:02:19.095" v="40" actId="478"/>
          <ac:spMkLst>
            <pc:docMk/>
            <pc:sldMk cId="4091361488" sldId="339"/>
            <ac:spMk id="6" creationId="{00000000-0000-0000-0000-000000000000}"/>
          </ac:spMkLst>
        </pc:spChg>
      </pc:sldChg>
    </pc:docChg>
  </pc:docChgLst>
  <pc:docChgLst>
    <pc:chgData name="Nguyễn Mạnh" userId="329e3971942da879" providerId="Windows Live" clId="Web-{89948087-D83E-811C-A065-9A61CF263C51}"/>
    <pc:docChg chg="delSld">
      <pc:chgData name="Nguyễn Mạnh" userId="329e3971942da879" providerId="Windows Live" clId="Web-{89948087-D83E-811C-A065-9A61CF263C51}" dt="2025-09-24T07:05:06.127" v="0"/>
      <pc:docMkLst>
        <pc:docMk/>
      </pc:docMkLst>
      <pc:sldChg chg="del">
        <pc:chgData name="Nguyễn Mạnh" userId="329e3971942da879" providerId="Windows Live" clId="Web-{89948087-D83E-811C-A065-9A61CF263C51}" dt="2025-09-24T07:05:06.127" v="0"/>
        <pc:sldMkLst>
          <pc:docMk/>
          <pc:sldMk cId="1212579084" sldId="35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2111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3076363" cy="511731"/>
          </a:xfrm>
          <a:prstGeom prst="rect">
            <a:avLst/>
          </a:prstGeom>
        </p:spPr>
        <p:txBody>
          <a:bodyPr vert="horz" wrap="square" lIns="96661" tIns="48331" rIns="96661" bIns="48331" numCol="1" anchor="t" anchorCtr="0" compatLnSpc="1">
            <a:prstTxWarp prst="textNoShape">
              <a:avLst/>
            </a:prstTxWarp>
          </a:bodyPr>
          <a:lstStyle>
            <a:lvl1pPr>
              <a:defRPr sz="1300">
                <a:latin typeface="Calibri" pitchFamily="34" charset="0"/>
              </a:defRPr>
            </a:lvl1pPr>
          </a:lstStyle>
          <a:p>
            <a:endParaRPr lang="en-US"/>
          </a:p>
        </p:txBody>
      </p:sp>
      <p:sp>
        <p:nvSpPr>
          <p:cNvPr id="3" name="Date Placeholder 2"/>
          <p:cNvSpPr>
            <a:spLocks noGrp="1"/>
          </p:cNvSpPr>
          <p:nvPr>
            <p:ph type="dt" idx="1"/>
          </p:nvPr>
        </p:nvSpPr>
        <p:spPr>
          <a:xfrm>
            <a:off x="4021296" y="2"/>
            <a:ext cx="3076363" cy="511731"/>
          </a:xfrm>
          <a:prstGeom prst="rect">
            <a:avLst/>
          </a:prstGeom>
        </p:spPr>
        <p:txBody>
          <a:bodyPr vert="horz" wrap="square" lIns="96661" tIns="48331" rIns="96661" bIns="48331" numCol="1" anchor="t" anchorCtr="0" compatLnSpc="1">
            <a:prstTxWarp prst="textNoShape">
              <a:avLst/>
            </a:prstTxWarp>
          </a:bodyPr>
          <a:lstStyle>
            <a:lvl1pPr algn="r">
              <a:defRPr sz="1300">
                <a:latin typeface="Calibri" pitchFamily="34" charset="0"/>
              </a:defRPr>
            </a:lvl1pPr>
          </a:lstStyle>
          <a:p>
            <a:fld id="{5EDDA0F7-BB27-45D6-A5CE-AEC59009A5B9}" type="datetimeFigureOut">
              <a:rPr lang="en-US"/>
              <a:pPr/>
              <a:t>9/24/2025</a:t>
            </a:fld>
            <a:endParaRPr lang="en-US"/>
          </a:p>
        </p:txBody>
      </p:sp>
      <p:sp>
        <p:nvSpPr>
          <p:cNvPr id="4" name="Slide Image Placeholder 3"/>
          <p:cNvSpPr>
            <a:spLocks noGrp="1" noRot="1" noChangeAspect="1"/>
          </p:cNvSpPr>
          <p:nvPr>
            <p:ph type="sldImg" idx="2"/>
          </p:nvPr>
        </p:nvSpPr>
        <p:spPr>
          <a:xfrm>
            <a:off x="990600" y="768350"/>
            <a:ext cx="5118100" cy="3838575"/>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wrap="square" lIns="96661" tIns="48331" rIns="96661" bIns="48331" numCol="1" anchor="b" anchorCtr="0" compatLnSpc="1">
            <a:prstTxWarp prst="textNoShape">
              <a:avLst/>
            </a:prstTxWarp>
          </a:bodyPr>
          <a:lstStyle>
            <a:lvl1pPr>
              <a:defRPr sz="1300">
                <a:latin typeface="Calibri" pitchFamily="34" charset="0"/>
              </a:defRPr>
            </a:lvl1pPr>
          </a:lstStyle>
          <a:p>
            <a:endParaRPr lang="en-US"/>
          </a:p>
        </p:txBody>
      </p:sp>
      <p:sp>
        <p:nvSpPr>
          <p:cNvPr id="7" name="Slide Number Placeholder 6"/>
          <p:cNvSpPr>
            <a:spLocks noGrp="1"/>
          </p:cNvSpPr>
          <p:nvPr>
            <p:ph type="sldNum" sz="quarter" idx="5"/>
          </p:nvPr>
        </p:nvSpPr>
        <p:spPr>
          <a:xfrm>
            <a:off x="4021296" y="9721106"/>
            <a:ext cx="3076363" cy="511731"/>
          </a:xfrm>
          <a:prstGeom prst="rect">
            <a:avLst/>
          </a:prstGeom>
        </p:spPr>
        <p:txBody>
          <a:bodyPr vert="horz" wrap="square" lIns="96661" tIns="48331" rIns="96661" bIns="48331" numCol="1" anchor="b" anchorCtr="0" compatLnSpc="1">
            <a:prstTxWarp prst="textNoShape">
              <a:avLst/>
            </a:prstTxWarp>
          </a:bodyPr>
          <a:lstStyle>
            <a:lvl1pPr algn="r">
              <a:defRPr sz="1300">
                <a:latin typeface="Calibri" pitchFamily="34" charset="0"/>
              </a:defRPr>
            </a:lvl1pPr>
          </a:lstStyle>
          <a:p>
            <a:fld id="{76159C16-962D-45B7-9AE3-AA455C3EA8F0}" type="slidenum">
              <a:rPr lang="en-US"/>
              <a:pPr/>
              <a:t>‹#›</a:t>
            </a:fld>
            <a:endParaRPr lang="en-US"/>
          </a:p>
        </p:txBody>
      </p:sp>
    </p:spTree>
    <p:extLst>
      <p:ext uri="{BB962C8B-B14F-4D97-AF65-F5344CB8AC3E}">
        <p14:creationId xmlns:p14="http://schemas.microsoft.com/office/powerpoint/2010/main" val="600913562"/>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4</a:t>
            </a:fld>
            <a:endParaRPr lang="en-US"/>
          </a:p>
        </p:txBody>
      </p:sp>
    </p:spTree>
    <p:extLst>
      <p:ext uri="{BB962C8B-B14F-4D97-AF65-F5344CB8AC3E}">
        <p14:creationId xmlns:p14="http://schemas.microsoft.com/office/powerpoint/2010/main" val="370899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Trình bầy các phương pháp phân tích và thiết kế một chương trình.</a:t>
            </a:r>
          </a:p>
          <a:p>
            <a:r>
              <a:rPr lang="vi-VN"/>
              <a:t>Giới thiệu các cấu trúc dữ liệu từ đơn giản (các cấu trúc tuyến tính như : mảng, danh sách) đến phức tạp (các cấu trúc phi tuyến như: cây, đồ thị) và các thao tác cơ bản tương ứng trên các cấu trúc dữ liệu.</a:t>
            </a:r>
          </a:p>
          <a:p>
            <a:r>
              <a:rPr lang="vi-VN"/>
              <a:t>Tìm hiểu các giải thuật từ cơ bản như các giải thuật sắp xếp, tìm kiếm, đến một số giải thuật nâng cao như các giải thuật đệ quy, các giải thuật trên các cấu trúc dữ liệu cây, đồ thị.</a:t>
            </a:r>
          </a:p>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5</a:t>
            </a:fld>
            <a:endParaRPr lang="en-US"/>
          </a:p>
        </p:txBody>
      </p:sp>
    </p:spTree>
    <p:extLst>
      <p:ext uri="{BB962C8B-B14F-4D97-AF65-F5344CB8AC3E}">
        <p14:creationId xmlns:p14="http://schemas.microsoft.com/office/powerpoint/2010/main" val="3158435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ts val="0"/>
              </a:spcBef>
            </a:pPr>
            <a:r>
              <a:rPr lang="en-US" altLang="en-US" err="1"/>
              <a:t>Bài</a:t>
            </a:r>
            <a:r>
              <a:rPr lang="en-US" altLang="en-US"/>
              <a:t> </a:t>
            </a:r>
            <a:r>
              <a:rPr lang="en-US" altLang="en-US" err="1"/>
              <a:t>toán</a:t>
            </a:r>
            <a:r>
              <a:rPr lang="en-US" altLang="en-US"/>
              <a:t>: </a:t>
            </a:r>
            <a:r>
              <a:rPr lang="en-US" altLang="en-US" err="1"/>
              <a:t>Viết</a:t>
            </a:r>
            <a:r>
              <a:rPr lang="en-US" altLang="en-US"/>
              <a:t> </a:t>
            </a:r>
            <a:r>
              <a:rPr lang="en-US" altLang="en-US" err="1"/>
              <a:t>một</a:t>
            </a:r>
            <a:r>
              <a:rPr lang="en-US" altLang="en-US"/>
              <a:t> </a:t>
            </a:r>
            <a:r>
              <a:rPr lang="en-US" altLang="en-US" err="1"/>
              <a:t>chương</a:t>
            </a:r>
            <a:r>
              <a:rPr lang="en-US" altLang="en-US"/>
              <a:t> </a:t>
            </a:r>
            <a:r>
              <a:rPr lang="en-US" altLang="en-US" err="1"/>
              <a:t>trình</a:t>
            </a:r>
            <a:r>
              <a:rPr lang="en-US" altLang="en-US"/>
              <a:t> </a:t>
            </a:r>
            <a:r>
              <a:rPr lang="en-US" altLang="en-US" err="1"/>
              <a:t>quản</a:t>
            </a:r>
            <a:r>
              <a:rPr lang="en-US" altLang="en-US"/>
              <a:t> </a:t>
            </a:r>
            <a:r>
              <a:rPr lang="en-US" altLang="en-US" err="1"/>
              <a:t>lý</a:t>
            </a:r>
            <a:r>
              <a:rPr lang="en-US" altLang="en-US"/>
              <a:t> </a:t>
            </a:r>
            <a:r>
              <a:rPr lang="en-US" altLang="en-US" err="1"/>
              <a:t>danh</a:t>
            </a:r>
            <a:r>
              <a:rPr lang="en-US" altLang="en-US"/>
              <a:t> </a:t>
            </a:r>
            <a:r>
              <a:rPr lang="en-US" altLang="en-US" err="1"/>
              <a:t>sách</a:t>
            </a:r>
            <a:r>
              <a:rPr lang="en-US" altLang="en-US"/>
              <a:t> </a:t>
            </a:r>
            <a:r>
              <a:rPr lang="en-US" altLang="en-US" err="1"/>
              <a:t>sinh</a:t>
            </a:r>
            <a:r>
              <a:rPr lang="en-US" altLang="en-US"/>
              <a:t> </a:t>
            </a:r>
            <a:r>
              <a:rPr lang="en-US" altLang="en-US" err="1"/>
              <a:t>viên</a:t>
            </a:r>
            <a:r>
              <a:rPr lang="en-US" altLang="en-US"/>
              <a:t> </a:t>
            </a:r>
            <a:r>
              <a:rPr lang="en-US" altLang="en-US" err="1"/>
              <a:t>của</a:t>
            </a:r>
            <a:r>
              <a:rPr lang="en-US" altLang="en-US"/>
              <a:t> </a:t>
            </a:r>
            <a:r>
              <a:rPr lang="en-US" altLang="en-US" err="1"/>
              <a:t>một</a:t>
            </a:r>
            <a:r>
              <a:rPr lang="en-US" altLang="en-US"/>
              <a:t> </a:t>
            </a:r>
            <a:r>
              <a:rPr lang="en-US" altLang="en-US" err="1"/>
              <a:t>lớp</a:t>
            </a:r>
            <a:r>
              <a:rPr lang="en-US" altLang="en-US"/>
              <a:t>. </a:t>
            </a:r>
            <a:r>
              <a:rPr lang="en-US" altLang="en-US" err="1"/>
              <a:t>Mỗi</a:t>
            </a:r>
            <a:r>
              <a:rPr lang="en-US" altLang="en-US"/>
              <a:t> </a:t>
            </a:r>
            <a:r>
              <a:rPr lang="en-US" altLang="en-US" err="1"/>
              <a:t>sinh</a:t>
            </a:r>
            <a:r>
              <a:rPr lang="en-US" altLang="en-US"/>
              <a:t> </a:t>
            </a:r>
            <a:r>
              <a:rPr lang="en-US" altLang="en-US" err="1"/>
              <a:t>viên</a:t>
            </a:r>
            <a:r>
              <a:rPr lang="en-US" altLang="en-US"/>
              <a:t> </a:t>
            </a:r>
            <a:r>
              <a:rPr lang="en-US" altLang="en-US" err="1"/>
              <a:t>gồm</a:t>
            </a:r>
            <a:r>
              <a:rPr lang="en-US" altLang="en-US"/>
              <a:t> </a:t>
            </a:r>
            <a:r>
              <a:rPr lang="en-US" altLang="en-US" err="1"/>
              <a:t>các</a:t>
            </a:r>
            <a:r>
              <a:rPr lang="en-US" altLang="en-US"/>
              <a:t> </a:t>
            </a:r>
            <a:r>
              <a:rPr lang="en-US" altLang="en-US" err="1"/>
              <a:t>thuộc</a:t>
            </a:r>
            <a:r>
              <a:rPr lang="en-US" altLang="en-US"/>
              <a:t> </a:t>
            </a:r>
            <a:r>
              <a:rPr lang="en-US" altLang="en-US" err="1"/>
              <a:t>tính</a:t>
            </a:r>
            <a:r>
              <a:rPr lang="en-US" altLang="en-US"/>
              <a:t>: </a:t>
            </a:r>
            <a:r>
              <a:rPr lang="en-US" altLang="en-US" err="1"/>
              <a:t>Mã</a:t>
            </a:r>
            <a:r>
              <a:rPr lang="en-US" altLang="en-US"/>
              <a:t> </a:t>
            </a:r>
            <a:r>
              <a:rPr lang="en-US" altLang="en-US" err="1"/>
              <a:t>số</a:t>
            </a:r>
            <a:r>
              <a:rPr lang="en-US" altLang="en-US"/>
              <a:t>, </a:t>
            </a:r>
            <a:r>
              <a:rPr lang="en-US" altLang="en-US" err="1"/>
              <a:t>Họ</a:t>
            </a:r>
            <a:r>
              <a:rPr lang="en-US" altLang="en-US"/>
              <a:t> </a:t>
            </a:r>
            <a:r>
              <a:rPr lang="en-US" altLang="en-US" err="1"/>
              <a:t>tên</a:t>
            </a:r>
            <a:r>
              <a:rPr lang="en-US" altLang="en-US"/>
              <a:t>, </a:t>
            </a:r>
            <a:r>
              <a:rPr lang="en-US" altLang="en-US" err="1"/>
              <a:t>Ngày</a:t>
            </a:r>
            <a:r>
              <a:rPr lang="en-US" altLang="en-US"/>
              <a:t> </a:t>
            </a:r>
            <a:r>
              <a:rPr lang="en-US" altLang="en-US" err="1"/>
              <a:t>sinh</a:t>
            </a:r>
            <a:r>
              <a:rPr lang="en-US" altLang="en-US"/>
              <a:t>, </a:t>
            </a:r>
            <a:r>
              <a:rPr lang="en-US" altLang="en-US" err="1"/>
              <a:t>Địa</a:t>
            </a:r>
            <a:r>
              <a:rPr lang="en-US" altLang="en-US"/>
              <a:t> </a:t>
            </a:r>
            <a:r>
              <a:rPr lang="en-US" altLang="en-US" err="1"/>
              <a:t>chỉ</a:t>
            </a:r>
            <a:r>
              <a:rPr lang="en-US" altLang="en-US"/>
              <a:t>, </a:t>
            </a:r>
            <a:r>
              <a:rPr lang="en-US" altLang="en-US" err="1"/>
              <a:t>Tên</a:t>
            </a:r>
            <a:r>
              <a:rPr lang="en-US" altLang="en-US"/>
              <a:t> </a:t>
            </a:r>
            <a:r>
              <a:rPr lang="en-US" altLang="en-US" err="1"/>
              <a:t>lớp</a:t>
            </a:r>
            <a:r>
              <a:rPr lang="en-US" altLang="en-US"/>
              <a:t>, </a:t>
            </a:r>
            <a:r>
              <a:rPr lang="en-US" altLang="en-US" err="1"/>
              <a:t>Môn</a:t>
            </a:r>
            <a:r>
              <a:rPr lang="en-US" altLang="en-US"/>
              <a:t> </a:t>
            </a:r>
            <a:r>
              <a:rPr lang="en-US" altLang="en-US" err="1"/>
              <a:t>thi</a:t>
            </a:r>
            <a:r>
              <a:rPr lang="en-US" altLang="en-US"/>
              <a:t>, </a:t>
            </a:r>
            <a:r>
              <a:rPr lang="en-US" altLang="en-US" err="1"/>
              <a:t>Điểm</a:t>
            </a:r>
            <a:r>
              <a:rPr lang="en-US" altLang="en-US"/>
              <a:t> </a:t>
            </a:r>
            <a:r>
              <a:rPr lang="en-US" altLang="en-US" err="1"/>
              <a:t>thi</a:t>
            </a:r>
            <a:r>
              <a:rPr lang="en-US" altLang="en-US"/>
              <a:t>. </a:t>
            </a:r>
            <a:r>
              <a:rPr lang="en-US" altLang="en-US" err="1"/>
              <a:t>Chương</a:t>
            </a:r>
            <a:r>
              <a:rPr lang="en-US" altLang="en-US"/>
              <a:t> </a:t>
            </a:r>
            <a:r>
              <a:rPr lang="en-US" altLang="en-US" err="1"/>
              <a:t>trình</a:t>
            </a:r>
            <a:r>
              <a:rPr lang="en-US" altLang="en-US"/>
              <a:t> </a:t>
            </a:r>
            <a:r>
              <a:rPr lang="en-US" altLang="en-US" err="1"/>
              <a:t>cần</a:t>
            </a:r>
            <a:r>
              <a:rPr lang="en-US" altLang="en-US"/>
              <a:t> </a:t>
            </a:r>
            <a:r>
              <a:rPr lang="en-US" altLang="en-US" err="1"/>
              <a:t>thực</a:t>
            </a:r>
            <a:r>
              <a:rPr lang="en-US" altLang="en-US"/>
              <a:t> </a:t>
            </a:r>
            <a:r>
              <a:rPr lang="en-US" altLang="en-US" err="1"/>
              <a:t>hiện</a:t>
            </a:r>
            <a:r>
              <a:rPr lang="en-US" altLang="en-US"/>
              <a:t> </a:t>
            </a:r>
            <a:r>
              <a:rPr lang="en-US" altLang="en-US" err="1"/>
              <a:t>các</a:t>
            </a:r>
            <a:r>
              <a:rPr lang="en-US" altLang="en-US"/>
              <a:t> </a:t>
            </a:r>
            <a:r>
              <a:rPr lang="en-US" altLang="en-US" err="1"/>
              <a:t>công</a:t>
            </a:r>
            <a:r>
              <a:rPr lang="en-US" altLang="en-US"/>
              <a:t> </a:t>
            </a:r>
            <a:r>
              <a:rPr lang="en-US" altLang="en-US" err="1"/>
              <a:t>việc</a:t>
            </a:r>
            <a:r>
              <a:rPr lang="en-US" altLang="en-US"/>
              <a:t> </a:t>
            </a:r>
            <a:r>
              <a:rPr lang="en-US" altLang="en-US" err="1"/>
              <a:t>sau</a:t>
            </a:r>
            <a:r>
              <a:rPr lang="en-US" altLang="en-US"/>
              <a:t>:</a:t>
            </a:r>
          </a:p>
          <a:p>
            <a:pPr lvl="1" eaLnBrk="1" hangingPunct="1">
              <a:spcBef>
                <a:spcPts val="0"/>
              </a:spcBef>
            </a:pPr>
            <a:r>
              <a:rPr lang="en-US" altLang="en-US" sz="2200" err="1"/>
              <a:t>Cập</a:t>
            </a:r>
            <a:r>
              <a:rPr lang="en-US" altLang="en-US" sz="2200"/>
              <a:t> </a:t>
            </a:r>
            <a:r>
              <a:rPr lang="en-US" altLang="en-US" sz="2200" err="1"/>
              <a:t>nhật</a:t>
            </a:r>
            <a:r>
              <a:rPr lang="en-US" altLang="en-US" sz="2200"/>
              <a:t> </a:t>
            </a:r>
            <a:r>
              <a:rPr lang="en-US" altLang="en-US" sz="2200" err="1"/>
              <a:t>thông</a:t>
            </a:r>
            <a:r>
              <a:rPr lang="en-US" altLang="en-US" sz="2200"/>
              <a:t> tin </a:t>
            </a:r>
            <a:r>
              <a:rPr lang="en-US" altLang="en-US" sz="2200" err="1"/>
              <a:t>cho</a:t>
            </a:r>
            <a:r>
              <a:rPr lang="en-US" altLang="en-US" sz="2200"/>
              <a:t> </a:t>
            </a:r>
            <a:r>
              <a:rPr lang="en-US" altLang="en-US" sz="2200" err="1"/>
              <a:t>từng</a:t>
            </a:r>
            <a:r>
              <a:rPr lang="en-US" altLang="en-US" sz="2200"/>
              <a:t> </a:t>
            </a:r>
            <a:r>
              <a:rPr lang="en-US" altLang="en-US" sz="2200" err="1"/>
              <a:t>sinh</a:t>
            </a:r>
            <a:r>
              <a:rPr lang="en-US" altLang="en-US" sz="2200"/>
              <a:t> </a:t>
            </a:r>
            <a:r>
              <a:rPr lang="en-US" altLang="en-US" sz="2200" err="1"/>
              <a:t>viên</a:t>
            </a:r>
            <a:r>
              <a:rPr lang="en-US" altLang="en-US" sz="2200"/>
              <a:t> </a:t>
            </a:r>
            <a:r>
              <a:rPr lang="en-US" altLang="en-US" sz="2200" err="1"/>
              <a:t>trong</a:t>
            </a:r>
            <a:r>
              <a:rPr lang="en-US" altLang="en-US" sz="2200"/>
              <a:t> </a:t>
            </a:r>
            <a:r>
              <a:rPr lang="en-US" altLang="en-US" sz="2200" err="1"/>
              <a:t>danh</a:t>
            </a:r>
            <a:r>
              <a:rPr lang="en-US" altLang="en-US" sz="2200"/>
              <a:t> </a:t>
            </a:r>
            <a:r>
              <a:rPr lang="en-US" altLang="en-US" sz="2200" err="1"/>
              <a:t>sách</a:t>
            </a:r>
            <a:r>
              <a:rPr lang="en-US" altLang="en-US" sz="2200"/>
              <a:t>: </a:t>
            </a:r>
            <a:r>
              <a:rPr lang="en-US" altLang="en-US" sz="2200" err="1"/>
              <a:t>bổ</a:t>
            </a:r>
            <a:r>
              <a:rPr lang="en-US" altLang="en-US" sz="2200"/>
              <a:t> sung, </a:t>
            </a:r>
            <a:r>
              <a:rPr lang="en-US" altLang="en-US" sz="2200" err="1"/>
              <a:t>loại</a:t>
            </a:r>
            <a:r>
              <a:rPr lang="en-US" altLang="en-US" sz="2200"/>
              <a:t> </a:t>
            </a:r>
            <a:r>
              <a:rPr lang="en-US" altLang="en-US" sz="2200" err="1"/>
              <a:t>bỏ</a:t>
            </a:r>
            <a:r>
              <a:rPr lang="en-US" altLang="en-US" sz="2200"/>
              <a:t>, hay </a:t>
            </a:r>
            <a:r>
              <a:rPr lang="en-US" altLang="en-US" sz="2200" err="1"/>
              <a:t>cập</a:t>
            </a:r>
            <a:r>
              <a:rPr lang="en-US" altLang="en-US" sz="2200"/>
              <a:t> </a:t>
            </a:r>
            <a:r>
              <a:rPr lang="en-US" altLang="en-US" sz="2200" err="1"/>
              <a:t>nhật</a:t>
            </a:r>
            <a:r>
              <a:rPr lang="en-US" altLang="en-US" sz="2200"/>
              <a:t> </a:t>
            </a:r>
            <a:r>
              <a:rPr lang="en-US" altLang="en-US" sz="2200" err="1"/>
              <a:t>các</a:t>
            </a:r>
            <a:r>
              <a:rPr lang="en-US" altLang="en-US" sz="2200"/>
              <a:t> </a:t>
            </a:r>
            <a:r>
              <a:rPr lang="en-US" altLang="en-US" sz="2200" err="1"/>
              <a:t>thuộc</a:t>
            </a:r>
            <a:r>
              <a:rPr lang="en-US" altLang="en-US" sz="2200"/>
              <a:t> </a:t>
            </a:r>
            <a:r>
              <a:rPr lang="en-US" altLang="en-US" sz="2200" err="1"/>
              <a:t>tính</a:t>
            </a:r>
            <a:endParaRPr lang="en-US" altLang="en-US" sz="2200"/>
          </a:p>
          <a:p>
            <a:pPr lvl="1" eaLnBrk="1" hangingPunct="1">
              <a:spcBef>
                <a:spcPts val="0"/>
              </a:spcBef>
            </a:pPr>
            <a:r>
              <a:rPr lang="en-US" altLang="en-US" sz="2200" err="1"/>
              <a:t>Sắp</a:t>
            </a:r>
            <a:r>
              <a:rPr lang="en-US" altLang="en-US" sz="2200"/>
              <a:t> </a:t>
            </a:r>
            <a:r>
              <a:rPr lang="en-US" altLang="en-US" sz="2200" err="1"/>
              <a:t>xếp</a:t>
            </a:r>
            <a:r>
              <a:rPr lang="en-US" altLang="en-US" sz="2200"/>
              <a:t> </a:t>
            </a:r>
            <a:r>
              <a:rPr lang="en-US" altLang="en-US" sz="2200" err="1"/>
              <a:t>danh</a:t>
            </a:r>
            <a:r>
              <a:rPr lang="en-US" altLang="en-US" sz="2200"/>
              <a:t> </a:t>
            </a:r>
            <a:r>
              <a:rPr lang="en-US" altLang="en-US" sz="2200" err="1"/>
              <a:t>sách</a:t>
            </a:r>
            <a:r>
              <a:rPr lang="en-US" altLang="en-US" sz="2200"/>
              <a:t> </a:t>
            </a:r>
            <a:r>
              <a:rPr lang="en-US" altLang="en-US" sz="2200" err="1"/>
              <a:t>theo</a:t>
            </a:r>
            <a:r>
              <a:rPr lang="en-US" altLang="en-US" sz="2200"/>
              <a:t> </a:t>
            </a:r>
            <a:r>
              <a:rPr lang="en-US" altLang="en-US" sz="2200" err="1"/>
              <a:t>một</a:t>
            </a:r>
            <a:r>
              <a:rPr lang="en-US" altLang="en-US" sz="2200"/>
              <a:t> </a:t>
            </a:r>
            <a:r>
              <a:rPr lang="en-US" altLang="en-US" sz="2200" err="1"/>
              <a:t>trật</a:t>
            </a:r>
            <a:r>
              <a:rPr lang="en-US" altLang="en-US" sz="2200"/>
              <a:t> </a:t>
            </a:r>
            <a:r>
              <a:rPr lang="en-US" altLang="en-US" sz="2200" err="1"/>
              <a:t>tự</a:t>
            </a:r>
            <a:r>
              <a:rPr lang="en-US" altLang="en-US" sz="2200"/>
              <a:t> </a:t>
            </a:r>
            <a:r>
              <a:rPr lang="en-US" altLang="en-US" sz="2200" err="1"/>
              <a:t>nhất</a:t>
            </a:r>
            <a:r>
              <a:rPr lang="en-US" altLang="en-US" sz="2200"/>
              <a:t> </a:t>
            </a:r>
            <a:r>
              <a:rPr lang="en-US" altLang="en-US" sz="2200" err="1"/>
              <a:t>định</a:t>
            </a:r>
            <a:r>
              <a:rPr lang="en-US" altLang="en-US" sz="2200"/>
              <a:t>, </a:t>
            </a:r>
            <a:r>
              <a:rPr lang="en-US" altLang="en-US" sz="2200" err="1"/>
              <a:t>như</a:t>
            </a:r>
            <a:r>
              <a:rPr lang="en-US" altLang="en-US" sz="2200"/>
              <a:t> </a:t>
            </a:r>
            <a:r>
              <a:rPr lang="en-US" altLang="en-US" sz="2200" err="1"/>
              <a:t>theo</a:t>
            </a:r>
            <a:r>
              <a:rPr lang="en-US" altLang="en-US" sz="2200"/>
              <a:t> </a:t>
            </a:r>
            <a:r>
              <a:rPr lang="en-US" altLang="en-US" sz="2200" err="1"/>
              <a:t>Họ</a:t>
            </a:r>
            <a:r>
              <a:rPr lang="en-US" altLang="en-US" sz="2200"/>
              <a:t> </a:t>
            </a:r>
            <a:r>
              <a:rPr lang="en-US" altLang="en-US" sz="2200" err="1"/>
              <a:t>tên</a:t>
            </a:r>
            <a:r>
              <a:rPr lang="en-US" altLang="en-US" sz="2200"/>
              <a:t> </a:t>
            </a:r>
            <a:r>
              <a:rPr lang="en-US" altLang="en-US" sz="2200" err="1"/>
              <a:t>theo</a:t>
            </a:r>
            <a:r>
              <a:rPr lang="en-US" altLang="en-US" sz="2200"/>
              <a:t> </a:t>
            </a:r>
            <a:r>
              <a:rPr lang="en-US" altLang="en-US" sz="2200" err="1"/>
              <a:t>trật</a:t>
            </a:r>
            <a:r>
              <a:rPr lang="en-US" altLang="en-US" sz="2200"/>
              <a:t> </a:t>
            </a:r>
            <a:r>
              <a:rPr lang="en-US" altLang="en-US" sz="2200" err="1"/>
              <a:t>tự</a:t>
            </a:r>
            <a:r>
              <a:rPr lang="en-US" altLang="en-US" sz="2200"/>
              <a:t> </a:t>
            </a:r>
            <a:r>
              <a:rPr lang="en-US" altLang="en-US" sz="2200" err="1"/>
              <a:t>từ</a:t>
            </a:r>
            <a:r>
              <a:rPr lang="en-US" altLang="en-US" sz="2200"/>
              <a:t> A-</a:t>
            </a:r>
            <a:r>
              <a:rPr lang="en-US" altLang="en-US" sz="2200" err="1"/>
              <a:t>Z,v.v</a:t>
            </a:r>
            <a:endParaRPr lang="en-US" altLang="en-US" sz="2200"/>
          </a:p>
          <a:p>
            <a:pPr lvl="1" eaLnBrk="1" hangingPunct="1">
              <a:spcBef>
                <a:spcPts val="0"/>
              </a:spcBef>
            </a:pPr>
            <a:r>
              <a:rPr lang="en-US" altLang="en-US" sz="2200" err="1"/>
              <a:t>Tìm</a:t>
            </a:r>
            <a:r>
              <a:rPr lang="en-US" altLang="en-US" sz="2200"/>
              <a:t> </a:t>
            </a:r>
            <a:r>
              <a:rPr lang="en-US" altLang="en-US" sz="2200" err="1"/>
              <a:t>kiếm</a:t>
            </a:r>
            <a:r>
              <a:rPr lang="en-US" altLang="en-US" sz="2200"/>
              <a:t> </a:t>
            </a:r>
            <a:r>
              <a:rPr lang="en-US" altLang="en-US" sz="2200" err="1"/>
              <a:t>một</a:t>
            </a:r>
            <a:r>
              <a:rPr lang="en-US" altLang="en-US" sz="2200"/>
              <a:t> </a:t>
            </a:r>
            <a:r>
              <a:rPr lang="en-US" altLang="en-US" sz="2200" err="1"/>
              <a:t>sinh</a:t>
            </a:r>
            <a:r>
              <a:rPr lang="en-US" altLang="en-US" sz="2200"/>
              <a:t> </a:t>
            </a:r>
            <a:r>
              <a:rPr lang="en-US" altLang="en-US" sz="2200" err="1"/>
              <a:t>viên</a:t>
            </a:r>
            <a:r>
              <a:rPr lang="en-US" altLang="en-US" sz="2200"/>
              <a:t> </a:t>
            </a:r>
            <a:r>
              <a:rPr lang="en-US" altLang="en-US" sz="2200" err="1"/>
              <a:t>theo</a:t>
            </a:r>
            <a:r>
              <a:rPr lang="en-US" altLang="en-US" sz="2200"/>
              <a:t> </a:t>
            </a:r>
            <a:r>
              <a:rPr lang="en-US" altLang="en-US" sz="2200" err="1"/>
              <a:t>một</a:t>
            </a:r>
            <a:r>
              <a:rPr lang="en-US" altLang="en-US" sz="2200"/>
              <a:t> </a:t>
            </a:r>
            <a:r>
              <a:rPr lang="en-US" altLang="en-US" sz="2200" err="1"/>
              <a:t>tiêu</a:t>
            </a:r>
            <a:r>
              <a:rPr lang="en-US" altLang="en-US" sz="2200"/>
              <a:t> </a:t>
            </a:r>
            <a:r>
              <a:rPr lang="en-US" altLang="en-US" sz="2200" err="1"/>
              <a:t>chuẩn</a:t>
            </a:r>
            <a:r>
              <a:rPr lang="en-US" altLang="en-US" sz="2200"/>
              <a:t> </a:t>
            </a:r>
            <a:r>
              <a:rPr lang="en-US" altLang="en-US" sz="2200" err="1"/>
              <a:t>nào</a:t>
            </a:r>
            <a:r>
              <a:rPr lang="en-US" altLang="en-US" sz="2200"/>
              <a:t> </a:t>
            </a:r>
            <a:r>
              <a:rPr lang="en-US" altLang="en-US" sz="2200" err="1"/>
              <a:t>đó</a:t>
            </a:r>
            <a:r>
              <a:rPr lang="en-US" altLang="en-US" sz="2200"/>
              <a:t>, </a:t>
            </a:r>
            <a:r>
              <a:rPr lang="en-US" altLang="en-US" sz="2200" err="1"/>
              <a:t>ví</a:t>
            </a:r>
            <a:r>
              <a:rPr lang="en-US" altLang="en-US" sz="2200"/>
              <a:t> </a:t>
            </a:r>
            <a:r>
              <a:rPr lang="en-US" altLang="en-US" sz="2200" err="1"/>
              <a:t>như</a:t>
            </a:r>
            <a:r>
              <a:rPr lang="en-US" altLang="en-US" sz="2200"/>
              <a:t> </a:t>
            </a:r>
            <a:r>
              <a:rPr lang="en-US" altLang="en-US" sz="2200" err="1"/>
              <a:t>tìm</a:t>
            </a:r>
            <a:r>
              <a:rPr lang="en-US" altLang="en-US" sz="2200"/>
              <a:t> </a:t>
            </a:r>
            <a:r>
              <a:rPr lang="en-US" altLang="en-US" sz="2200" err="1"/>
              <a:t>theo</a:t>
            </a:r>
            <a:r>
              <a:rPr lang="en-US" altLang="en-US" sz="2200"/>
              <a:t> </a:t>
            </a:r>
            <a:r>
              <a:rPr lang="en-US" altLang="en-US" sz="2200" err="1"/>
              <a:t>Họ</a:t>
            </a:r>
            <a:r>
              <a:rPr lang="en-US" altLang="en-US" sz="2200"/>
              <a:t> </a:t>
            </a:r>
            <a:r>
              <a:rPr lang="en-US" altLang="en-US" sz="2200" err="1"/>
              <a:t>tên</a:t>
            </a:r>
            <a:r>
              <a:rPr lang="en-US" altLang="en-US" sz="2200"/>
              <a:t>, hay </a:t>
            </a:r>
            <a:r>
              <a:rPr lang="en-US" altLang="en-US" sz="2200" err="1"/>
              <a:t>theo</a:t>
            </a:r>
            <a:r>
              <a:rPr lang="en-US" altLang="en-US" sz="2200"/>
              <a:t> </a:t>
            </a:r>
            <a:r>
              <a:rPr lang="en-US" altLang="en-US" sz="2200" err="1"/>
              <a:t>Mã</a:t>
            </a:r>
            <a:r>
              <a:rPr lang="en-US" altLang="en-US" sz="2200"/>
              <a:t> </a:t>
            </a:r>
            <a:r>
              <a:rPr lang="en-US" altLang="en-US" sz="2200" err="1"/>
              <a:t>số,v.v</a:t>
            </a:r>
            <a:endParaRPr lang="en-US" altLang="en-US" sz="2200"/>
          </a:p>
          <a:p>
            <a:pPr lvl="1" eaLnBrk="1" hangingPunct="1">
              <a:spcBef>
                <a:spcPts val="0"/>
              </a:spcBef>
            </a:pPr>
            <a:r>
              <a:rPr lang="en-US" altLang="en-US" sz="2200"/>
              <a:t>In </a:t>
            </a:r>
            <a:r>
              <a:rPr lang="en-US" altLang="en-US" sz="2200" err="1"/>
              <a:t>nội</a:t>
            </a:r>
            <a:r>
              <a:rPr lang="en-US" altLang="en-US" sz="2200"/>
              <a:t> dung </a:t>
            </a:r>
            <a:r>
              <a:rPr lang="en-US" altLang="en-US" sz="2200" err="1"/>
              <a:t>của</a:t>
            </a:r>
            <a:r>
              <a:rPr lang="en-US" altLang="en-US" sz="2200"/>
              <a:t> </a:t>
            </a:r>
            <a:r>
              <a:rPr lang="en-US" altLang="en-US" sz="2200" err="1"/>
              <a:t>danh</a:t>
            </a:r>
            <a:r>
              <a:rPr lang="en-US" altLang="en-US" sz="2200"/>
              <a:t> </a:t>
            </a:r>
            <a:r>
              <a:rPr lang="en-US" altLang="en-US" sz="2200" err="1"/>
              <a:t>sách</a:t>
            </a:r>
            <a:endParaRPr lang="en-US" altLang="en-US" sz="2200"/>
          </a:p>
          <a:p>
            <a:pPr lvl="1" eaLnBrk="1" hangingPunct="1">
              <a:spcBef>
                <a:spcPts val="0"/>
              </a:spcBef>
            </a:pPr>
            <a:r>
              <a:rPr lang="en-US" altLang="en-US" sz="2200"/>
              <a:t>….</a:t>
            </a:r>
          </a:p>
          <a:p>
            <a:endParaRPr lang="en-US"/>
          </a:p>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6</a:t>
            </a:fld>
            <a:endParaRPr lang="en-US"/>
          </a:p>
        </p:txBody>
      </p:sp>
    </p:spTree>
    <p:extLst>
      <p:ext uri="{BB962C8B-B14F-4D97-AF65-F5344CB8AC3E}">
        <p14:creationId xmlns:p14="http://schemas.microsoft.com/office/powerpoint/2010/main" val="994621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u="sng" err="1"/>
              <a:t>Phân</a:t>
            </a:r>
            <a:r>
              <a:rPr lang="en-US" altLang="en-US" u="sng"/>
              <a:t> </a:t>
            </a:r>
            <a:r>
              <a:rPr lang="en-US" altLang="en-US" u="sng" err="1"/>
              <a:t>tích</a:t>
            </a:r>
            <a:r>
              <a:rPr lang="en-US" altLang="en-US" u="sng"/>
              <a:t> </a:t>
            </a:r>
            <a:r>
              <a:rPr lang="en-US" altLang="en-US" u="sng" err="1"/>
              <a:t>yêu</a:t>
            </a:r>
            <a:r>
              <a:rPr lang="en-US" altLang="en-US" u="sng"/>
              <a:t> </a:t>
            </a:r>
            <a:r>
              <a:rPr lang="en-US" altLang="en-US" u="sng" err="1"/>
              <a:t>cầu</a:t>
            </a:r>
            <a:r>
              <a:rPr lang="en-US" altLang="en-US" u="sng"/>
              <a:t> </a:t>
            </a:r>
            <a:r>
              <a:rPr lang="en-US" altLang="en-US"/>
              <a:t>: </a:t>
            </a:r>
            <a:r>
              <a:rPr lang="en-US" altLang="en-US" err="1"/>
              <a:t>có</a:t>
            </a:r>
            <a:r>
              <a:rPr lang="en-US" altLang="en-US"/>
              <a:t> 2 </a:t>
            </a:r>
            <a:r>
              <a:rPr lang="en-US" altLang="en-US" err="1"/>
              <a:t>nhiệm</a:t>
            </a:r>
            <a:r>
              <a:rPr lang="en-US" altLang="en-US"/>
              <a:t> </a:t>
            </a:r>
            <a:r>
              <a:rPr lang="en-US" altLang="en-US" err="1"/>
              <a:t>vụ</a:t>
            </a:r>
            <a:r>
              <a:rPr lang="en-US" altLang="en-US"/>
              <a:t> </a:t>
            </a:r>
            <a:r>
              <a:rPr lang="en-US" altLang="en-US" err="1"/>
              <a:t>chính</a:t>
            </a:r>
            <a:r>
              <a:rPr lang="en-US" altLang="en-US"/>
              <a:t> </a:t>
            </a:r>
            <a:r>
              <a:rPr lang="en-US" altLang="en-US" err="1"/>
              <a:t>mà</a:t>
            </a:r>
            <a:r>
              <a:rPr lang="en-US" altLang="en-US"/>
              <a:t> </a:t>
            </a:r>
            <a:r>
              <a:rPr lang="en-US" altLang="en-US" err="1"/>
              <a:t>chúng</a:t>
            </a:r>
            <a:r>
              <a:rPr lang="en-US" altLang="en-US"/>
              <a:t> ta </a:t>
            </a:r>
            <a:r>
              <a:rPr lang="en-US" altLang="en-US" err="1"/>
              <a:t>cần</a:t>
            </a:r>
            <a:r>
              <a:rPr lang="en-US" altLang="en-US"/>
              <a:t> </a:t>
            </a:r>
            <a:r>
              <a:rPr lang="en-US" altLang="en-US" err="1"/>
              <a:t>làm</a:t>
            </a:r>
            <a:r>
              <a:rPr lang="en-US" altLang="en-US"/>
              <a:t> </a:t>
            </a:r>
            <a:r>
              <a:rPr lang="en-US" altLang="en-US" err="1"/>
              <a:t>trước</a:t>
            </a:r>
            <a:r>
              <a:rPr lang="en-US" altLang="en-US"/>
              <a:t> </a:t>
            </a:r>
            <a:r>
              <a:rPr lang="en-US" altLang="en-US" err="1"/>
              <a:t>khi</a:t>
            </a:r>
            <a:r>
              <a:rPr lang="en-US" altLang="en-US"/>
              <a:t> </a:t>
            </a:r>
            <a:r>
              <a:rPr lang="en-US" altLang="en-US" err="1"/>
              <a:t>xây</a:t>
            </a:r>
            <a:r>
              <a:rPr lang="en-US" altLang="en-US"/>
              <a:t> </a:t>
            </a:r>
            <a:r>
              <a:rPr lang="en-US" altLang="en-US" err="1"/>
              <a:t>dựng</a:t>
            </a:r>
            <a:r>
              <a:rPr lang="en-US" altLang="en-US"/>
              <a:t> </a:t>
            </a:r>
            <a:r>
              <a:rPr lang="en-US" altLang="en-US" err="1"/>
              <a:t>được</a:t>
            </a:r>
            <a:r>
              <a:rPr lang="en-US" altLang="en-US"/>
              <a:t> </a:t>
            </a:r>
            <a:r>
              <a:rPr lang="en-US" altLang="en-US" err="1"/>
              <a:t>chương</a:t>
            </a:r>
            <a:r>
              <a:rPr lang="en-US" altLang="en-US"/>
              <a:t> </a:t>
            </a:r>
            <a:r>
              <a:rPr lang="en-US" altLang="en-US" err="1"/>
              <a:t>trình</a:t>
            </a:r>
            <a:r>
              <a:rPr lang="en-US" altLang="en-US"/>
              <a:t> </a:t>
            </a:r>
            <a:r>
              <a:rPr lang="en-US" altLang="en-US" err="1"/>
              <a:t>trên</a:t>
            </a:r>
            <a:r>
              <a:rPr lang="en-US" altLang="en-US"/>
              <a:t>:</a:t>
            </a:r>
          </a:p>
          <a:p>
            <a:pPr lvl="1" eaLnBrk="1" hangingPunct="1"/>
            <a:r>
              <a:rPr lang="en-US" altLang="en-US" err="1"/>
              <a:t>Nắm</a:t>
            </a:r>
            <a:r>
              <a:rPr lang="en-US" altLang="en-US"/>
              <a:t> </a:t>
            </a:r>
            <a:r>
              <a:rPr lang="en-US" altLang="en-US" err="1"/>
              <a:t>được</a:t>
            </a:r>
            <a:r>
              <a:rPr lang="en-US" altLang="en-US"/>
              <a:t> </a:t>
            </a:r>
            <a:r>
              <a:rPr lang="en-US" altLang="en-US" err="1"/>
              <a:t>cách</a:t>
            </a:r>
            <a:r>
              <a:rPr lang="en-US" altLang="en-US"/>
              <a:t> </a:t>
            </a:r>
            <a:r>
              <a:rPr lang="en-US" altLang="en-US" b="1" err="1"/>
              <a:t>tổ</a:t>
            </a:r>
            <a:r>
              <a:rPr lang="en-US" altLang="en-US" b="1"/>
              <a:t> </a:t>
            </a:r>
            <a:r>
              <a:rPr lang="en-US" altLang="en-US" b="1" err="1"/>
              <a:t>chức</a:t>
            </a:r>
            <a:r>
              <a:rPr lang="en-US" altLang="en-US"/>
              <a:t> </a:t>
            </a:r>
            <a:r>
              <a:rPr lang="en-US" altLang="en-US" err="1"/>
              <a:t>và</a:t>
            </a:r>
            <a:r>
              <a:rPr lang="en-US" altLang="en-US"/>
              <a:t> </a:t>
            </a:r>
            <a:r>
              <a:rPr lang="en-US" altLang="en-US" b="1" err="1"/>
              <a:t>cài</a:t>
            </a:r>
            <a:r>
              <a:rPr lang="en-US" altLang="en-US" b="1"/>
              <a:t> </a:t>
            </a:r>
            <a:r>
              <a:rPr lang="en-US" altLang="en-US" b="1" err="1"/>
              <a:t>đặt</a:t>
            </a:r>
            <a:r>
              <a:rPr lang="en-US" altLang="en-US"/>
              <a:t> </a:t>
            </a:r>
            <a:r>
              <a:rPr lang="en-US" altLang="en-US" err="1"/>
              <a:t>cho</a:t>
            </a:r>
            <a:r>
              <a:rPr lang="en-US" altLang="en-US"/>
              <a:t> </a:t>
            </a:r>
            <a:r>
              <a:rPr lang="en-US" altLang="en-US" err="1"/>
              <a:t>cấu</a:t>
            </a:r>
            <a:r>
              <a:rPr lang="en-US" altLang="en-US"/>
              <a:t> </a:t>
            </a:r>
            <a:r>
              <a:rPr lang="en-US" altLang="en-US" err="1"/>
              <a:t>trúc</a:t>
            </a:r>
            <a:r>
              <a:rPr lang="en-US" altLang="en-US"/>
              <a:t> </a:t>
            </a:r>
            <a:r>
              <a:rPr lang="en-US" altLang="en-US" err="1"/>
              <a:t>danh</a:t>
            </a:r>
            <a:r>
              <a:rPr lang="en-US" altLang="en-US"/>
              <a:t> </a:t>
            </a:r>
            <a:r>
              <a:rPr lang="en-US" altLang="en-US" err="1"/>
              <a:t>sách</a:t>
            </a:r>
            <a:r>
              <a:rPr lang="en-US" altLang="en-US"/>
              <a:t> </a:t>
            </a:r>
            <a:r>
              <a:rPr lang="en-US" altLang="en-US" err="1"/>
              <a:t>sinh</a:t>
            </a:r>
            <a:r>
              <a:rPr lang="en-US" altLang="en-US"/>
              <a:t> </a:t>
            </a:r>
            <a:r>
              <a:rPr lang="en-US" altLang="en-US" err="1"/>
              <a:t>viên</a:t>
            </a:r>
            <a:r>
              <a:rPr lang="en-US" altLang="en-US"/>
              <a:t> </a:t>
            </a:r>
            <a:r>
              <a:rPr lang="en-US" altLang="en-US" err="1"/>
              <a:t>nói</a:t>
            </a:r>
            <a:r>
              <a:rPr lang="en-US" altLang="en-US"/>
              <a:t> </a:t>
            </a:r>
            <a:r>
              <a:rPr lang="en-US" altLang="en-US" err="1"/>
              <a:t>riêng</a:t>
            </a:r>
            <a:r>
              <a:rPr lang="en-US" altLang="en-US"/>
              <a:t>, </a:t>
            </a:r>
            <a:r>
              <a:rPr lang="en-US" altLang="en-US" err="1"/>
              <a:t>khái</a:t>
            </a:r>
            <a:r>
              <a:rPr lang="en-US" altLang="en-US"/>
              <a:t> </a:t>
            </a:r>
            <a:r>
              <a:rPr lang="en-US" altLang="en-US" err="1"/>
              <a:t>quát</a:t>
            </a:r>
            <a:r>
              <a:rPr lang="en-US" altLang="en-US"/>
              <a:t> </a:t>
            </a:r>
            <a:r>
              <a:rPr lang="en-US" altLang="en-US" err="1"/>
              <a:t>hơn</a:t>
            </a:r>
            <a:r>
              <a:rPr lang="en-US" altLang="en-US"/>
              <a:t> </a:t>
            </a:r>
            <a:r>
              <a:rPr lang="en-US" altLang="en-US" err="1"/>
              <a:t>là</a:t>
            </a:r>
            <a:r>
              <a:rPr lang="en-US" altLang="en-US"/>
              <a:t> </a:t>
            </a:r>
            <a:r>
              <a:rPr lang="en-US" altLang="en-US" err="1"/>
              <a:t>cho</a:t>
            </a:r>
            <a:r>
              <a:rPr lang="en-US" altLang="en-US"/>
              <a:t> </a:t>
            </a:r>
            <a:r>
              <a:rPr lang="en-US" altLang="en-US" err="1"/>
              <a:t>cấu</a:t>
            </a:r>
            <a:r>
              <a:rPr lang="en-US" altLang="en-US"/>
              <a:t> </a:t>
            </a:r>
            <a:r>
              <a:rPr lang="en-US" altLang="en-US" err="1"/>
              <a:t>trúc</a:t>
            </a:r>
            <a:r>
              <a:rPr lang="en-US" altLang="en-US"/>
              <a:t> </a:t>
            </a:r>
            <a:r>
              <a:rPr lang="en-US" altLang="en-US" err="1"/>
              <a:t>danh</a:t>
            </a:r>
            <a:r>
              <a:rPr lang="en-US" altLang="en-US"/>
              <a:t> </a:t>
            </a:r>
            <a:r>
              <a:rPr lang="en-US" altLang="en-US" err="1"/>
              <a:t>sách</a:t>
            </a:r>
            <a:r>
              <a:rPr lang="en-US" altLang="en-US"/>
              <a:t> </a:t>
            </a:r>
            <a:r>
              <a:rPr lang="en-US" altLang="en-US" err="1"/>
              <a:t>nói</a:t>
            </a:r>
            <a:r>
              <a:rPr lang="en-US" altLang="en-US"/>
              <a:t> </a:t>
            </a:r>
            <a:r>
              <a:rPr lang="en-US" altLang="en-US" err="1"/>
              <a:t>chung</a:t>
            </a:r>
            <a:r>
              <a:rPr lang="en-US" altLang="en-US"/>
              <a:t> </a:t>
            </a:r>
            <a:r>
              <a:rPr lang="en-US" altLang="en-US">
                <a:sym typeface="Wingdings" panose="05000000000000000000" pitchFamily="2" charset="2"/>
              </a:rPr>
              <a:t> </a:t>
            </a:r>
            <a:r>
              <a:rPr lang="en-US" altLang="en-US" b="1" err="1">
                <a:sym typeface="Wingdings" panose="05000000000000000000" pitchFamily="2" charset="2"/>
              </a:rPr>
              <a:t>cần</a:t>
            </a:r>
            <a:r>
              <a:rPr lang="en-US" altLang="en-US" b="1">
                <a:sym typeface="Wingdings" panose="05000000000000000000" pitchFamily="2" charset="2"/>
              </a:rPr>
              <a:t> </a:t>
            </a:r>
            <a:r>
              <a:rPr lang="en-US" altLang="en-US" b="1" err="1">
                <a:sym typeface="Wingdings" panose="05000000000000000000" pitchFamily="2" charset="2"/>
              </a:rPr>
              <a:t>nắm</a:t>
            </a:r>
            <a:r>
              <a:rPr lang="en-US" altLang="en-US" b="1">
                <a:sym typeface="Wingdings" panose="05000000000000000000" pitchFamily="2" charset="2"/>
              </a:rPr>
              <a:t> </a:t>
            </a:r>
            <a:r>
              <a:rPr lang="en-US" altLang="en-US" b="1" err="1">
                <a:sym typeface="Wingdings" panose="05000000000000000000" pitchFamily="2" charset="2"/>
              </a:rPr>
              <a:t>được</a:t>
            </a:r>
            <a:r>
              <a:rPr lang="en-US" altLang="en-US" b="1">
                <a:sym typeface="Wingdings" panose="05000000000000000000" pitchFamily="2" charset="2"/>
              </a:rPr>
              <a:t> </a:t>
            </a:r>
            <a:r>
              <a:rPr lang="en-US" altLang="en-US" b="1" err="1">
                <a:sym typeface="Wingdings" panose="05000000000000000000" pitchFamily="2" charset="2"/>
              </a:rPr>
              <a:t>cấu</a:t>
            </a:r>
            <a:r>
              <a:rPr lang="en-US" altLang="en-US" b="1">
                <a:sym typeface="Wingdings" panose="05000000000000000000" pitchFamily="2" charset="2"/>
              </a:rPr>
              <a:t> </a:t>
            </a:r>
            <a:r>
              <a:rPr lang="en-US" altLang="en-US" b="1" err="1">
                <a:sym typeface="Wingdings" panose="05000000000000000000" pitchFamily="2" charset="2"/>
              </a:rPr>
              <a:t>trúc</a:t>
            </a:r>
            <a:r>
              <a:rPr lang="en-US" altLang="en-US" b="1">
                <a:sym typeface="Wingdings" panose="05000000000000000000" pitchFamily="2" charset="2"/>
              </a:rPr>
              <a:t> </a:t>
            </a:r>
            <a:r>
              <a:rPr lang="en-US" altLang="en-US" b="1" err="1">
                <a:sym typeface="Wingdings" panose="05000000000000000000" pitchFamily="2" charset="2"/>
              </a:rPr>
              <a:t>dữ</a:t>
            </a:r>
            <a:r>
              <a:rPr lang="en-US" altLang="en-US" b="1">
                <a:sym typeface="Wingdings" panose="05000000000000000000" pitchFamily="2" charset="2"/>
              </a:rPr>
              <a:t> </a:t>
            </a:r>
            <a:r>
              <a:rPr lang="en-US" altLang="en-US" b="1" err="1">
                <a:sym typeface="Wingdings" panose="05000000000000000000" pitchFamily="2" charset="2"/>
              </a:rPr>
              <a:t>liệu</a:t>
            </a:r>
            <a:endParaRPr lang="en-US" altLang="en-US" b="1"/>
          </a:p>
          <a:p>
            <a:pPr lvl="1" eaLnBrk="1" hangingPunct="1"/>
            <a:r>
              <a:rPr lang="en-US" altLang="en-US" err="1"/>
              <a:t>Nắm</a:t>
            </a:r>
            <a:r>
              <a:rPr lang="en-US" altLang="en-US"/>
              <a:t> </a:t>
            </a:r>
            <a:r>
              <a:rPr lang="en-US" altLang="en-US" err="1"/>
              <a:t>được</a:t>
            </a:r>
            <a:r>
              <a:rPr lang="en-US" altLang="en-US"/>
              <a:t> </a:t>
            </a:r>
            <a:r>
              <a:rPr lang="en-US" altLang="en-US" b="1"/>
              <a:t>ý </a:t>
            </a:r>
            <a:r>
              <a:rPr lang="en-US" altLang="en-US" b="1" err="1"/>
              <a:t>tưởng</a:t>
            </a:r>
            <a:r>
              <a:rPr lang="en-US" altLang="en-US" b="1"/>
              <a:t> </a:t>
            </a:r>
            <a:r>
              <a:rPr lang="en-US" altLang="en-US" err="1"/>
              <a:t>và</a:t>
            </a:r>
            <a:r>
              <a:rPr lang="en-US" altLang="en-US"/>
              <a:t> </a:t>
            </a:r>
            <a:r>
              <a:rPr lang="en-US" altLang="en-US" b="1" err="1"/>
              <a:t>cách</a:t>
            </a:r>
            <a:r>
              <a:rPr lang="en-US" altLang="en-US" b="1"/>
              <a:t> </a:t>
            </a:r>
            <a:r>
              <a:rPr lang="en-US" altLang="en-US" b="1" err="1"/>
              <a:t>cài</a:t>
            </a:r>
            <a:r>
              <a:rPr lang="en-US" altLang="en-US" b="1"/>
              <a:t> </a:t>
            </a:r>
            <a:r>
              <a:rPr lang="en-US" altLang="en-US" b="1" err="1"/>
              <a:t>đặt</a:t>
            </a:r>
            <a:r>
              <a:rPr lang="en-US" altLang="en-US" b="1"/>
              <a:t> </a:t>
            </a:r>
            <a:r>
              <a:rPr lang="en-US" altLang="en-US" err="1"/>
              <a:t>cho</a:t>
            </a:r>
            <a:r>
              <a:rPr lang="en-US" altLang="en-US"/>
              <a:t> </a:t>
            </a:r>
            <a:r>
              <a:rPr lang="en-US" altLang="en-US" err="1"/>
              <a:t>các</a:t>
            </a:r>
            <a:r>
              <a:rPr lang="en-US" altLang="en-US"/>
              <a:t> </a:t>
            </a:r>
            <a:r>
              <a:rPr lang="en-US" altLang="en-US" err="1"/>
              <a:t>thao</a:t>
            </a:r>
            <a:r>
              <a:rPr lang="en-US" altLang="en-US"/>
              <a:t> </a:t>
            </a:r>
            <a:r>
              <a:rPr lang="en-US" altLang="en-US" err="1"/>
              <a:t>tác</a:t>
            </a:r>
            <a:r>
              <a:rPr lang="en-US" altLang="en-US"/>
              <a:t> </a:t>
            </a:r>
            <a:r>
              <a:rPr lang="en-US" altLang="en-US" err="1"/>
              <a:t>cơ</a:t>
            </a:r>
            <a:r>
              <a:rPr lang="en-US" altLang="en-US"/>
              <a:t> </a:t>
            </a:r>
            <a:r>
              <a:rPr lang="en-US" altLang="en-US" err="1"/>
              <a:t>bản</a:t>
            </a:r>
            <a:r>
              <a:rPr lang="en-US" altLang="en-US"/>
              <a:t> </a:t>
            </a:r>
            <a:r>
              <a:rPr lang="en-US" altLang="en-US" err="1"/>
              <a:t>như</a:t>
            </a:r>
            <a:r>
              <a:rPr lang="en-US" altLang="en-US"/>
              <a:t> </a:t>
            </a:r>
            <a:r>
              <a:rPr lang="en-US" altLang="en-US" err="1"/>
              <a:t>tìm</a:t>
            </a:r>
            <a:r>
              <a:rPr lang="en-US" altLang="en-US"/>
              <a:t> </a:t>
            </a:r>
            <a:r>
              <a:rPr lang="en-US" altLang="en-US" err="1"/>
              <a:t>kiếm</a:t>
            </a:r>
            <a:r>
              <a:rPr lang="en-US" altLang="en-US"/>
              <a:t>, </a:t>
            </a:r>
            <a:r>
              <a:rPr lang="en-US" altLang="en-US" err="1"/>
              <a:t>sắp</a:t>
            </a:r>
            <a:r>
              <a:rPr lang="en-US" altLang="en-US"/>
              <a:t> </a:t>
            </a:r>
            <a:r>
              <a:rPr lang="en-US" altLang="en-US" err="1"/>
              <a:t>xếp</a:t>
            </a:r>
            <a:r>
              <a:rPr lang="en-US" altLang="en-US"/>
              <a:t> </a:t>
            </a:r>
            <a:r>
              <a:rPr lang="en-US" altLang="en-US">
                <a:sym typeface="Wingdings" panose="05000000000000000000" pitchFamily="2" charset="2"/>
              </a:rPr>
              <a:t> </a:t>
            </a:r>
            <a:r>
              <a:rPr lang="en-US" altLang="en-US" b="1" err="1">
                <a:sym typeface="Wingdings" panose="05000000000000000000" pitchFamily="2" charset="2"/>
              </a:rPr>
              <a:t>cần</a:t>
            </a:r>
            <a:r>
              <a:rPr lang="en-US" altLang="en-US" b="1">
                <a:sym typeface="Wingdings" panose="05000000000000000000" pitchFamily="2" charset="2"/>
              </a:rPr>
              <a:t> </a:t>
            </a:r>
            <a:r>
              <a:rPr lang="en-US" altLang="en-US" b="1" err="1">
                <a:sym typeface="Wingdings" panose="05000000000000000000" pitchFamily="2" charset="2"/>
              </a:rPr>
              <a:t>nắm</a:t>
            </a:r>
            <a:r>
              <a:rPr lang="en-US" altLang="en-US" b="1">
                <a:sym typeface="Wingdings" panose="05000000000000000000" pitchFamily="2" charset="2"/>
              </a:rPr>
              <a:t> </a:t>
            </a:r>
            <a:r>
              <a:rPr lang="en-US" altLang="en-US" b="1" err="1">
                <a:sym typeface="Wingdings" panose="05000000000000000000" pitchFamily="2" charset="2"/>
              </a:rPr>
              <a:t>được</a:t>
            </a:r>
            <a:r>
              <a:rPr lang="en-US" altLang="en-US" b="1">
                <a:sym typeface="Wingdings" panose="05000000000000000000" pitchFamily="2" charset="2"/>
              </a:rPr>
              <a:t> </a:t>
            </a:r>
            <a:r>
              <a:rPr lang="en-US" altLang="en-US" b="1" err="1">
                <a:sym typeface="Wingdings" panose="05000000000000000000" pitchFamily="2" charset="2"/>
              </a:rPr>
              <a:t>giải</a:t>
            </a:r>
            <a:r>
              <a:rPr lang="en-US" altLang="en-US" b="1">
                <a:sym typeface="Wingdings" panose="05000000000000000000" pitchFamily="2" charset="2"/>
              </a:rPr>
              <a:t> </a:t>
            </a:r>
            <a:r>
              <a:rPr lang="en-US" altLang="en-US" b="1" err="1">
                <a:sym typeface="Wingdings" panose="05000000000000000000" pitchFamily="2" charset="2"/>
              </a:rPr>
              <a:t>thuật</a:t>
            </a:r>
            <a:endParaRPr lang="en-US" altLang="en-US" b="1"/>
          </a:p>
          <a:p>
            <a:pPr lvl="1" eaLnBrk="1" hangingPunct="1"/>
            <a:endParaRPr lang="en-US" altLang="en-US"/>
          </a:p>
          <a:p>
            <a:endParaRPr lang="en-US"/>
          </a:p>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7</a:t>
            </a:fld>
            <a:endParaRPr lang="en-US"/>
          </a:p>
        </p:txBody>
      </p:sp>
    </p:spTree>
    <p:extLst>
      <p:ext uri="{BB962C8B-B14F-4D97-AF65-F5344CB8AC3E}">
        <p14:creationId xmlns:p14="http://schemas.microsoft.com/office/powerpoint/2010/main" val="1307691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Mặt tĩnh (static): xác định kiểu dữ liệu (data type). Kiểu dữ liệu cho ta biết tập các giá trị mà một đối tượng dữ liệu có thể nhận, hay miền giá trị của nó. Ví dụ như kiểu số nguyên, kiểu số thực,.. </a:t>
            </a:r>
            <a:endParaRPr lang="en-US"/>
          </a:p>
          <a:p>
            <a:r>
              <a:rPr lang="vi-VN"/>
              <a:t>Mặt động (dynamic): là trạng thái của dữ liệu như tồn tại hay không tồn tại, sẵn sàng hay không sẵn sàng. Nếu dữ liệu đang tồn tại thì mặt động của nó còn thể hiện ở giá trị cụ thể của dữ liệu tại từng thời điểm. Trạng thái hay giá trị của dữ liệu sẽ bị thay đổi khi xuất hiện những sự kiện, thao tác tác động lên nó. Ví dụ như các thao tác: tạo, huỷ, xem, cập nhật giá trị,.</a:t>
            </a:r>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10</a:t>
            </a:fld>
            <a:endParaRPr lang="en-US"/>
          </a:p>
        </p:txBody>
      </p:sp>
    </p:spTree>
    <p:extLst>
      <p:ext uri="{BB962C8B-B14F-4D97-AF65-F5344CB8AC3E}">
        <p14:creationId xmlns:p14="http://schemas.microsoft.com/office/powerpoint/2010/main" val="3415435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11</a:t>
            </a:fld>
            <a:endParaRPr lang="en-US"/>
          </a:p>
        </p:txBody>
      </p:sp>
    </p:spTree>
    <p:extLst>
      <p:ext uri="{BB962C8B-B14F-4D97-AF65-F5344CB8AC3E}">
        <p14:creationId xmlns:p14="http://schemas.microsoft.com/office/powerpoint/2010/main" val="2625048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Điểm khác biệt dễ thấy giữa dữ liệu có cấu trúc và dữ liệu vô hướng (không có cấu trúc) là sự khác biệt về kiểu hay miền giá trị của dữ liệu. Dữ liệu có cấu trúc không có miền giá trị cố định, còn dữ liệu vô hướng luôn có miền giá trị cố định. </a:t>
            </a:r>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12</a:t>
            </a:fld>
            <a:endParaRPr lang="en-US"/>
          </a:p>
        </p:txBody>
      </p:sp>
    </p:spTree>
    <p:extLst>
      <p:ext uri="{BB962C8B-B14F-4D97-AF65-F5344CB8AC3E}">
        <p14:creationId xmlns:p14="http://schemas.microsoft.com/office/powerpoint/2010/main" val="26522139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Cấu trúc tuyến tính: là cấu trúc dữ liệu mà các phần tử bên trong nó luôn được bố trí theo một trật tự tuyến tính hay trật tự trước sau. Đây là loại cấu trúc dữ liệu đơn giản nhất. Ví dụ :mảng, danh sách. </a:t>
            </a:r>
          </a:p>
          <a:p>
            <a:r>
              <a:rPr lang="vi-VN"/>
              <a:t>Cấu trúc phi tuyến: là các CTDL mà các thành phần bên trong không còn được bố trí theo trật tự tuyến tính mà theo các cấu trúc khác. Ví dụ: tập hợp (không có trật tự), cấu trúc cây (cấu trúc phân cấp), đồ thị (cấu trúc đa hướng).</a:t>
            </a:r>
          </a:p>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13</a:t>
            </a:fld>
            <a:endParaRPr lang="en-US"/>
          </a:p>
        </p:txBody>
      </p:sp>
    </p:spTree>
    <p:extLst>
      <p:ext uri="{BB962C8B-B14F-4D97-AF65-F5344CB8AC3E}">
        <p14:creationId xmlns:p14="http://schemas.microsoft.com/office/powerpoint/2010/main" val="1158882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err="1"/>
              <a:t>Cấu</a:t>
            </a:r>
            <a:r>
              <a:rPr lang="en-US" altLang="en-US"/>
              <a:t> </a:t>
            </a:r>
            <a:r>
              <a:rPr lang="en-US" altLang="en-US" err="1"/>
              <a:t>trúc</a:t>
            </a:r>
            <a:r>
              <a:rPr lang="en-US" altLang="en-US"/>
              <a:t> </a:t>
            </a:r>
            <a:r>
              <a:rPr lang="en-US" altLang="en-US" err="1"/>
              <a:t>lưu</a:t>
            </a:r>
            <a:r>
              <a:rPr lang="en-US" altLang="en-US"/>
              <a:t> </a:t>
            </a:r>
            <a:r>
              <a:rPr lang="en-US" altLang="en-US" err="1"/>
              <a:t>trữ</a:t>
            </a:r>
            <a:r>
              <a:rPr lang="en-US" altLang="en-US"/>
              <a:t> </a:t>
            </a:r>
            <a:r>
              <a:rPr lang="en-US" altLang="en-US" err="1"/>
              <a:t>của</a:t>
            </a:r>
            <a:r>
              <a:rPr lang="en-US" altLang="en-US"/>
              <a:t> </a:t>
            </a:r>
            <a:r>
              <a:rPr lang="en-US" altLang="en-US" err="1"/>
              <a:t>một</a:t>
            </a:r>
            <a:r>
              <a:rPr lang="en-US" altLang="en-US"/>
              <a:t> </a:t>
            </a:r>
            <a:r>
              <a:rPr lang="en-US" altLang="en-US" err="1"/>
              <a:t>cấu</a:t>
            </a:r>
            <a:r>
              <a:rPr lang="en-US" altLang="en-US"/>
              <a:t> </a:t>
            </a:r>
            <a:r>
              <a:rPr lang="en-US" altLang="en-US" err="1"/>
              <a:t>trúc</a:t>
            </a:r>
            <a:r>
              <a:rPr lang="en-US" altLang="en-US"/>
              <a:t> </a:t>
            </a:r>
            <a:r>
              <a:rPr lang="en-US" altLang="en-US" err="1"/>
              <a:t>dữ</a:t>
            </a:r>
            <a:r>
              <a:rPr lang="en-US" altLang="en-US"/>
              <a:t> </a:t>
            </a:r>
            <a:r>
              <a:rPr lang="en-US" altLang="en-US" err="1"/>
              <a:t>liệu</a:t>
            </a:r>
            <a:r>
              <a:rPr lang="en-US" altLang="en-US"/>
              <a:t> </a:t>
            </a:r>
            <a:r>
              <a:rPr lang="en-US" altLang="en-US" err="1"/>
              <a:t>thể</a:t>
            </a:r>
            <a:r>
              <a:rPr lang="en-US" altLang="en-US"/>
              <a:t> </a:t>
            </a:r>
            <a:r>
              <a:rPr lang="en-US" altLang="en-US" err="1"/>
              <a:t>hiện</a:t>
            </a:r>
            <a:r>
              <a:rPr lang="en-US" altLang="en-US"/>
              <a:t> </a:t>
            </a:r>
            <a:r>
              <a:rPr lang="en-US" altLang="en-US" err="1"/>
              <a:t>khía</a:t>
            </a:r>
            <a:r>
              <a:rPr lang="en-US" altLang="en-US"/>
              <a:t> </a:t>
            </a:r>
            <a:r>
              <a:rPr lang="en-US" altLang="en-US" err="1"/>
              <a:t>cạnh</a:t>
            </a:r>
            <a:r>
              <a:rPr lang="en-US" altLang="en-US"/>
              <a:t> </a:t>
            </a:r>
            <a:r>
              <a:rPr lang="en-US" altLang="en-US" err="1"/>
              <a:t>vật</a:t>
            </a:r>
            <a:r>
              <a:rPr lang="en-US" altLang="en-US"/>
              <a:t> </a:t>
            </a:r>
            <a:r>
              <a:rPr lang="en-US" altLang="en-US" err="1"/>
              <a:t>lý</a:t>
            </a:r>
            <a:r>
              <a:rPr lang="en-US" altLang="en-US"/>
              <a:t> (</a:t>
            </a:r>
            <a:r>
              <a:rPr lang="en-US" altLang="en-US" err="1"/>
              <a:t>cài</a:t>
            </a:r>
            <a:r>
              <a:rPr lang="en-US" altLang="en-US"/>
              <a:t> </a:t>
            </a:r>
            <a:r>
              <a:rPr lang="en-US" altLang="en-US" err="1"/>
              <a:t>đặt</a:t>
            </a:r>
            <a:r>
              <a:rPr lang="en-US" altLang="en-US"/>
              <a:t>) </a:t>
            </a:r>
            <a:r>
              <a:rPr lang="en-US" altLang="en-US" err="1"/>
              <a:t>của</a:t>
            </a:r>
            <a:r>
              <a:rPr lang="en-US" altLang="en-US"/>
              <a:t> </a:t>
            </a:r>
            <a:r>
              <a:rPr lang="en-US" altLang="en-US" err="1"/>
              <a:t>cấu</a:t>
            </a:r>
            <a:r>
              <a:rPr lang="en-US" altLang="en-US"/>
              <a:t> </a:t>
            </a:r>
            <a:r>
              <a:rPr lang="en-US" altLang="en-US" err="1"/>
              <a:t>trúc</a:t>
            </a:r>
            <a:r>
              <a:rPr lang="en-US" altLang="en-US"/>
              <a:t> </a:t>
            </a:r>
            <a:r>
              <a:rPr lang="en-US" altLang="en-US" err="1"/>
              <a:t>dữ</a:t>
            </a:r>
            <a:r>
              <a:rPr lang="en-US" altLang="en-US"/>
              <a:t> </a:t>
            </a:r>
            <a:r>
              <a:rPr lang="en-US" altLang="en-US" err="1"/>
              <a:t>liệu</a:t>
            </a:r>
            <a:r>
              <a:rPr lang="en-US" altLang="en-US"/>
              <a:t> </a:t>
            </a:r>
            <a:r>
              <a:rPr lang="en-US" altLang="en-US" err="1"/>
              <a:t>đó</a:t>
            </a:r>
            <a:r>
              <a:rPr lang="en-US" altLang="en-US"/>
              <a:t>. </a:t>
            </a:r>
          </a:p>
          <a:p>
            <a:pPr eaLnBrk="1" hangingPunct="1"/>
            <a:r>
              <a:rPr lang="en-US" altLang="en-US" err="1"/>
              <a:t>Về</a:t>
            </a:r>
            <a:r>
              <a:rPr lang="en-US" altLang="en-US"/>
              <a:t> </a:t>
            </a:r>
            <a:r>
              <a:rPr lang="en-US" altLang="en-US" err="1"/>
              <a:t>nguyên</a:t>
            </a:r>
            <a:r>
              <a:rPr lang="en-US" altLang="en-US"/>
              <a:t> </a:t>
            </a:r>
            <a:r>
              <a:rPr lang="en-US" altLang="en-US" err="1"/>
              <a:t>tắc</a:t>
            </a:r>
            <a:r>
              <a:rPr lang="en-US" altLang="en-US"/>
              <a:t>, </a:t>
            </a:r>
            <a:r>
              <a:rPr lang="en-US" altLang="en-US" err="1"/>
              <a:t>nó</a:t>
            </a:r>
            <a:r>
              <a:rPr lang="en-US" altLang="en-US"/>
              <a:t> </a:t>
            </a:r>
            <a:r>
              <a:rPr lang="en-US" altLang="en-US" err="1"/>
              <a:t>là</a:t>
            </a:r>
            <a:r>
              <a:rPr lang="en-US" altLang="en-US"/>
              <a:t> </a:t>
            </a:r>
            <a:r>
              <a:rPr lang="en-US" altLang="en-US" err="1"/>
              <a:t>một</a:t>
            </a:r>
            <a:r>
              <a:rPr lang="en-US" altLang="en-US"/>
              <a:t> </a:t>
            </a:r>
            <a:r>
              <a:rPr lang="en-US" altLang="en-US" err="1"/>
              <a:t>trong</a:t>
            </a:r>
            <a:r>
              <a:rPr lang="en-US" altLang="en-US"/>
              <a:t> </a:t>
            </a:r>
            <a:r>
              <a:rPr lang="en-US" altLang="en-US" err="1"/>
              <a:t>số</a:t>
            </a:r>
            <a:r>
              <a:rPr lang="en-US" altLang="en-US"/>
              <a:t> </a:t>
            </a:r>
            <a:r>
              <a:rPr lang="en-US" altLang="en-US" err="1"/>
              <a:t>các</a:t>
            </a:r>
            <a:r>
              <a:rPr lang="en-US" altLang="en-US"/>
              <a:t> </a:t>
            </a:r>
            <a:r>
              <a:rPr lang="en-US" altLang="en-US" err="1"/>
              <a:t>cách</a:t>
            </a:r>
            <a:r>
              <a:rPr lang="en-US" altLang="en-US"/>
              <a:t> </a:t>
            </a:r>
            <a:r>
              <a:rPr lang="en-US" altLang="en-US" err="1"/>
              <a:t>tổ</a:t>
            </a:r>
            <a:r>
              <a:rPr lang="en-US" altLang="en-US"/>
              <a:t> </a:t>
            </a:r>
            <a:r>
              <a:rPr lang="en-US" altLang="en-US" err="1"/>
              <a:t>chức</a:t>
            </a:r>
            <a:r>
              <a:rPr lang="en-US" altLang="en-US"/>
              <a:t> </a:t>
            </a:r>
            <a:r>
              <a:rPr lang="en-US" altLang="en-US" err="1"/>
              <a:t>lưu</a:t>
            </a:r>
            <a:r>
              <a:rPr lang="en-US" altLang="en-US"/>
              <a:t> </a:t>
            </a:r>
            <a:r>
              <a:rPr lang="en-US" altLang="en-US" err="1"/>
              <a:t>trữ</a:t>
            </a:r>
            <a:r>
              <a:rPr lang="en-US" altLang="en-US"/>
              <a:t> </a:t>
            </a:r>
            <a:r>
              <a:rPr lang="en-US" altLang="en-US" err="1"/>
              <a:t>của</a:t>
            </a:r>
            <a:r>
              <a:rPr lang="en-US" altLang="en-US"/>
              <a:t> </a:t>
            </a:r>
            <a:r>
              <a:rPr lang="en-US" altLang="en-US" err="1"/>
              <a:t>máy</a:t>
            </a:r>
            <a:r>
              <a:rPr lang="en-US" altLang="en-US"/>
              <a:t> </a:t>
            </a:r>
            <a:r>
              <a:rPr lang="en-US" altLang="en-US" err="1"/>
              <a:t>tính</a:t>
            </a:r>
            <a:endParaRPr lang="en-US" altLang="en-US"/>
          </a:p>
          <a:p>
            <a:pPr eaLnBrk="1" hangingPunct="1"/>
            <a:r>
              <a:rPr lang="en-US" altLang="en-US" err="1"/>
              <a:t>Tuy</a:t>
            </a:r>
            <a:r>
              <a:rPr lang="en-US" altLang="en-US"/>
              <a:t> </a:t>
            </a:r>
            <a:r>
              <a:rPr lang="en-US" altLang="en-US" err="1"/>
              <a:t>nhiên</a:t>
            </a:r>
            <a:r>
              <a:rPr lang="en-US" altLang="en-US"/>
              <a:t> </a:t>
            </a:r>
            <a:r>
              <a:rPr lang="en-US" altLang="en-US" err="1"/>
              <a:t>trong</a:t>
            </a:r>
            <a:r>
              <a:rPr lang="en-US" altLang="en-US"/>
              <a:t> </a:t>
            </a:r>
            <a:r>
              <a:rPr lang="en-US" altLang="en-US" err="1"/>
              <a:t>thực</a:t>
            </a:r>
            <a:r>
              <a:rPr lang="en-US" altLang="en-US"/>
              <a:t> </a:t>
            </a:r>
            <a:r>
              <a:rPr lang="en-US" altLang="en-US" err="1"/>
              <a:t>tế</a:t>
            </a:r>
            <a:r>
              <a:rPr lang="en-US" altLang="en-US"/>
              <a:t> </a:t>
            </a:r>
            <a:r>
              <a:rPr lang="en-US" altLang="en-US" err="1"/>
              <a:t>sử</a:t>
            </a:r>
            <a:r>
              <a:rPr lang="en-US" altLang="en-US"/>
              <a:t> </a:t>
            </a:r>
            <a:r>
              <a:rPr lang="en-US" altLang="en-US" err="1"/>
              <a:t>dụng</a:t>
            </a:r>
            <a:r>
              <a:rPr lang="en-US" altLang="en-US"/>
              <a:t>, </a:t>
            </a:r>
            <a:r>
              <a:rPr lang="en-US" altLang="en-US" err="1"/>
              <a:t>cấu</a:t>
            </a:r>
            <a:r>
              <a:rPr lang="en-US" altLang="en-US"/>
              <a:t> </a:t>
            </a:r>
            <a:r>
              <a:rPr lang="en-US" altLang="en-US" err="1"/>
              <a:t>trúc</a:t>
            </a:r>
            <a:r>
              <a:rPr lang="en-US" altLang="en-US"/>
              <a:t> </a:t>
            </a:r>
            <a:r>
              <a:rPr lang="en-US" altLang="en-US" err="1"/>
              <a:t>lưu</a:t>
            </a:r>
            <a:r>
              <a:rPr lang="en-US" altLang="en-US"/>
              <a:t> </a:t>
            </a:r>
            <a:r>
              <a:rPr lang="en-US" altLang="en-US" err="1"/>
              <a:t>trữ</a:t>
            </a:r>
            <a:r>
              <a:rPr lang="en-US" altLang="en-US"/>
              <a:t> </a:t>
            </a:r>
            <a:r>
              <a:rPr lang="en-US" altLang="en-US" err="1"/>
              <a:t>thường</a:t>
            </a:r>
            <a:r>
              <a:rPr lang="en-US" altLang="en-US"/>
              <a:t> </a:t>
            </a:r>
            <a:r>
              <a:rPr lang="en-US" altLang="en-US" err="1"/>
              <a:t>được</a:t>
            </a:r>
            <a:r>
              <a:rPr lang="en-US" altLang="en-US"/>
              <a:t> </a:t>
            </a:r>
            <a:r>
              <a:rPr lang="en-US" altLang="en-US" err="1"/>
              <a:t>hiểu</a:t>
            </a:r>
            <a:r>
              <a:rPr lang="en-US" altLang="en-US"/>
              <a:t> </a:t>
            </a:r>
            <a:r>
              <a:rPr lang="en-US" altLang="en-US" err="1"/>
              <a:t>là</a:t>
            </a:r>
            <a:r>
              <a:rPr lang="en-US" altLang="en-US"/>
              <a:t> </a:t>
            </a:r>
            <a:r>
              <a:rPr lang="en-US" altLang="en-US" err="1"/>
              <a:t>cấu</a:t>
            </a:r>
            <a:r>
              <a:rPr lang="en-US" altLang="en-US"/>
              <a:t> </a:t>
            </a:r>
            <a:r>
              <a:rPr lang="en-US" altLang="en-US" err="1"/>
              <a:t>trúc</a:t>
            </a:r>
            <a:r>
              <a:rPr lang="en-US" altLang="en-US"/>
              <a:t> </a:t>
            </a:r>
            <a:r>
              <a:rPr lang="en-US" altLang="en-US" err="1"/>
              <a:t>kiểu</a:t>
            </a:r>
            <a:r>
              <a:rPr lang="en-US" altLang="en-US"/>
              <a:t> </a:t>
            </a:r>
            <a:r>
              <a:rPr lang="en-US" altLang="en-US" err="1"/>
              <a:t>dữ</a:t>
            </a:r>
            <a:r>
              <a:rPr lang="en-US" altLang="en-US"/>
              <a:t> </a:t>
            </a:r>
            <a:r>
              <a:rPr lang="en-US" altLang="en-US" err="1"/>
              <a:t>liệu</a:t>
            </a:r>
            <a:r>
              <a:rPr lang="en-US" altLang="en-US"/>
              <a:t> </a:t>
            </a:r>
            <a:r>
              <a:rPr lang="en-US" altLang="en-US" err="1"/>
              <a:t>mà</a:t>
            </a:r>
            <a:r>
              <a:rPr lang="en-US" altLang="en-US"/>
              <a:t> </a:t>
            </a:r>
            <a:r>
              <a:rPr lang="en-US" altLang="en-US" err="1"/>
              <a:t>một</a:t>
            </a:r>
            <a:r>
              <a:rPr lang="en-US" altLang="en-US"/>
              <a:t> </a:t>
            </a:r>
            <a:r>
              <a:rPr lang="en-US" altLang="en-US" err="1"/>
              <a:t>ngôn</a:t>
            </a:r>
            <a:r>
              <a:rPr lang="en-US" altLang="en-US"/>
              <a:t> </a:t>
            </a:r>
            <a:r>
              <a:rPr lang="en-US" altLang="en-US" err="1"/>
              <a:t>ngữ</a:t>
            </a:r>
            <a:r>
              <a:rPr lang="en-US" altLang="en-US"/>
              <a:t> </a:t>
            </a:r>
            <a:r>
              <a:rPr lang="en-US" altLang="en-US" err="1"/>
              <a:t>lập</a:t>
            </a:r>
            <a:r>
              <a:rPr lang="en-US" altLang="en-US"/>
              <a:t> </a:t>
            </a:r>
            <a:r>
              <a:rPr lang="en-US" altLang="en-US" err="1"/>
              <a:t>trình</a:t>
            </a:r>
            <a:r>
              <a:rPr lang="en-US" altLang="en-US"/>
              <a:t> </a:t>
            </a:r>
            <a:r>
              <a:rPr lang="en-US" altLang="en-US" err="1"/>
              <a:t>hỗ</a:t>
            </a:r>
            <a:r>
              <a:rPr lang="en-US" altLang="en-US"/>
              <a:t> </a:t>
            </a:r>
            <a:r>
              <a:rPr lang="en-US" altLang="en-US" err="1"/>
              <a:t>trợ</a:t>
            </a:r>
            <a:r>
              <a:rPr lang="en-US" altLang="en-US"/>
              <a:t>, </a:t>
            </a:r>
            <a:r>
              <a:rPr lang="en-US" altLang="en-US" err="1"/>
              <a:t>và</a:t>
            </a:r>
            <a:r>
              <a:rPr lang="en-US" altLang="en-US"/>
              <a:t> </a:t>
            </a:r>
            <a:r>
              <a:rPr lang="en-US" altLang="en-US" err="1"/>
              <a:t>số</a:t>
            </a:r>
            <a:r>
              <a:rPr lang="en-US" altLang="en-US"/>
              <a:t> </a:t>
            </a:r>
            <a:r>
              <a:rPr lang="en-US" altLang="en-US" err="1"/>
              <a:t>lượng</a:t>
            </a:r>
            <a:r>
              <a:rPr lang="en-US" altLang="en-US"/>
              <a:t> </a:t>
            </a:r>
            <a:r>
              <a:rPr lang="en-US" altLang="en-US" err="1"/>
              <a:t>các</a:t>
            </a:r>
            <a:r>
              <a:rPr lang="en-US" altLang="en-US"/>
              <a:t> </a:t>
            </a:r>
            <a:r>
              <a:rPr lang="en-US" altLang="en-US" err="1"/>
              <a:t>cấu</a:t>
            </a:r>
            <a:r>
              <a:rPr lang="en-US" altLang="en-US"/>
              <a:t> </a:t>
            </a:r>
            <a:r>
              <a:rPr lang="en-US" altLang="en-US" err="1"/>
              <a:t>trúc</a:t>
            </a:r>
            <a:r>
              <a:rPr lang="en-US" altLang="en-US"/>
              <a:t> </a:t>
            </a:r>
            <a:r>
              <a:rPr lang="en-US" altLang="en-US" err="1"/>
              <a:t>lưu</a:t>
            </a:r>
            <a:r>
              <a:rPr lang="en-US" altLang="en-US"/>
              <a:t> </a:t>
            </a:r>
            <a:r>
              <a:rPr lang="en-US" altLang="en-US" err="1"/>
              <a:t>trữ</a:t>
            </a:r>
            <a:r>
              <a:rPr lang="en-US" altLang="en-US"/>
              <a:t> </a:t>
            </a:r>
            <a:r>
              <a:rPr lang="en-US" altLang="en-US" err="1"/>
              <a:t>thường</a:t>
            </a:r>
            <a:r>
              <a:rPr lang="en-US" altLang="en-US"/>
              <a:t> </a:t>
            </a:r>
            <a:r>
              <a:rPr lang="en-US" altLang="en-US" err="1"/>
              <a:t>là</a:t>
            </a:r>
            <a:r>
              <a:rPr lang="en-US" altLang="en-US"/>
              <a:t> </a:t>
            </a:r>
            <a:r>
              <a:rPr lang="en-US" altLang="en-US" err="1"/>
              <a:t>số</a:t>
            </a:r>
            <a:r>
              <a:rPr lang="en-US" altLang="en-US"/>
              <a:t> </a:t>
            </a:r>
            <a:r>
              <a:rPr lang="en-US" altLang="en-US" err="1"/>
              <a:t>lượng</a:t>
            </a:r>
            <a:r>
              <a:rPr lang="en-US" altLang="en-US"/>
              <a:t> </a:t>
            </a:r>
            <a:r>
              <a:rPr lang="en-US" altLang="en-US" err="1"/>
              <a:t>các</a:t>
            </a:r>
            <a:r>
              <a:rPr lang="en-US" altLang="en-US"/>
              <a:t> </a:t>
            </a:r>
            <a:r>
              <a:rPr lang="en-US" altLang="en-US" err="1"/>
              <a:t>kiểu</a:t>
            </a:r>
            <a:r>
              <a:rPr lang="en-US" altLang="en-US"/>
              <a:t> </a:t>
            </a:r>
            <a:r>
              <a:rPr lang="en-US" altLang="en-US" err="1"/>
              <a:t>dữ</a:t>
            </a:r>
            <a:r>
              <a:rPr lang="en-US" altLang="en-US"/>
              <a:t> </a:t>
            </a:r>
            <a:r>
              <a:rPr lang="en-US" altLang="en-US" err="1"/>
              <a:t>liệu</a:t>
            </a:r>
            <a:r>
              <a:rPr lang="en-US" altLang="en-US"/>
              <a:t> </a:t>
            </a:r>
            <a:r>
              <a:rPr lang="en-US" altLang="en-US" err="1"/>
              <a:t>của</a:t>
            </a:r>
            <a:r>
              <a:rPr lang="en-US" altLang="en-US"/>
              <a:t> </a:t>
            </a:r>
            <a:r>
              <a:rPr lang="en-US" altLang="en-US" err="1"/>
              <a:t>ngôn</a:t>
            </a:r>
            <a:r>
              <a:rPr lang="en-US" altLang="en-US"/>
              <a:t> </a:t>
            </a:r>
            <a:r>
              <a:rPr lang="en-US" altLang="en-US" err="1"/>
              <a:t>ngữ</a:t>
            </a:r>
            <a:r>
              <a:rPr lang="en-US" altLang="en-US"/>
              <a:t> </a:t>
            </a:r>
            <a:r>
              <a:rPr lang="en-US" altLang="en-US" err="1"/>
              <a:t>lập</a:t>
            </a:r>
            <a:r>
              <a:rPr lang="en-US" altLang="en-US"/>
              <a:t> </a:t>
            </a:r>
            <a:r>
              <a:rPr lang="en-US" altLang="en-US" err="1"/>
              <a:t>trình</a:t>
            </a:r>
            <a:r>
              <a:rPr lang="en-US" altLang="en-US"/>
              <a:t> </a:t>
            </a:r>
            <a:r>
              <a:rPr lang="en-US" altLang="en-US" err="1"/>
              <a:t>đó</a:t>
            </a:r>
            <a:r>
              <a:rPr lang="en-US" altLang="en-US"/>
              <a:t> </a:t>
            </a:r>
          </a:p>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16</a:t>
            </a:fld>
            <a:endParaRPr lang="en-US"/>
          </a:p>
        </p:txBody>
      </p:sp>
    </p:spTree>
    <p:extLst>
      <p:ext uri="{BB962C8B-B14F-4D97-AF65-F5344CB8AC3E}">
        <p14:creationId xmlns:p14="http://schemas.microsoft.com/office/powerpoint/2010/main" val="2547588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Cấu trúc lưu trữ trong: là CTLT nằm ở bộ nhớ trong (bộ nhớ chính) của máy tính. CTLT này có đặc điểm là tương đối đơn giản, dễ tổ chức và tốc độ thao tác rất nhanh. Tuy nhiên, CTLT này có nhược điểm là không có tính lưu tồn (persistence), và kích thước khá hạn chế.  </a:t>
            </a:r>
          </a:p>
          <a:p>
            <a:r>
              <a:rPr lang="vi-VN"/>
              <a:t>Cấu trúc lưu trữ ngoài: là CTLT nằm ở bộ nhớ ngoài (bộ nhớ phụ). CTLT ngoài thường có cấu trúc phức tạp và tốc độ thao tác chậm hơn rất nhiều so với CTLT trong, nhưng CTLT này có tính lưu tồn và cho phép chúng ta lưu trữ các dữ liệu có kích thước rất lớn. </a:t>
            </a:r>
          </a:p>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17</a:t>
            </a:fld>
            <a:endParaRPr lang="en-US"/>
          </a:p>
        </p:txBody>
      </p:sp>
    </p:spTree>
    <p:extLst>
      <p:ext uri="{BB962C8B-B14F-4D97-AF65-F5344CB8AC3E}">
        <p14:creationId xmlns:p14="http://schemas.microsoft.com/office/powerpoint/2010/main" val="3368018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chúng ta chỉ tập trung vào CTLT trong, là loại cấu trúc phổ biến thường gặp trong chương trình</a:t>
            </a:r>
            <a:endParaRPr lang="en-US"/>
          </a:p>
          <a:p>
            <a:r>
              <a:rPr lang="vi-VN"/>
              <a:t>Cấu trúc lưu trữ động: là CTLT mà kích thước dữ liệu có thể thay đổi. Cấu trúc này còn được gọi là cấu trúc liên kết (hay móc nối) với việc </a:t>
            </a:r>
            <a:r>
              <a:rPr lang="vi-VN" b="1"/>
              <a:t>sử dụng dữ liệu kiểu con trỏ để tạo động và móc nối các phần tử.</a:t>
            </a:r>
            <a:endParaRPr lang="en-US" b="1"/>
          </a:p>
        </p:txBody>
      </p:sp>
      <p:sp>
        <p:nvSpPr>
          <p:cNvPr id="4" name="Slide Number Placeholder 3"/>
          <p:cNvSpPr>
            <a:spLocks noGrp="1"/>
          </p:cNvSpPr>
          <p:nvPr>
            <p:ph type="sldNum" sz="quarter" idx="10"/>
          </p:nvPr>
        </p:nvSpPr>
        <p:spPr/>
        <p:txBody>
          <a:bodyPr/>
          <a:lstStyle/>
          <a:p>
            <a:fld id="{76159C16-962D-45B7-9AE3-AA455C3EA8F0}" type="slidenum">
              <a:rPr lang="en-US" smtClean="0"/>
              <a:pPr/>
              <a:t>19</a:t>
            </a:fld>
            <a:endParaRPr lang="en-US"/>
          </a:p>
        </p:txBody>
      </p:sp>
    </p:spTree>
    <p:extLst>
      <p:ext uri="{BB962C8B-B14F-4D97-AF65-F5344CB8AC3E}">
        <p14:creationId xmlns:p14="http://schemas.microsoft.com/office/powerpoint/2010/main" val="3239708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giải thuật chính là bản đặc tả trình tự các thao tác sẽ được thực hiện trên một hay nhiều CTDL, để cuối cùng thu được kết quả mong muốn thể hiện trên các CTDL đã dùng. Do đó, khi CTDL thay đổi, thì giải thuật cũng phải có những thay đổi cho phù hợp. 106 Ngược lại, một giải thuật thường chỉ thích hợp với một hay một số CTDL mà thôi. Không có giải thuật nào thích hợp cho tất cả các loại CTDL. Chính vì vậy, việc tìm hiểu và nghiên cứu các CTDL luôn gắn liền với các giải thuật. Các CTDL mới ra đời cũng là tiền đề cho các giải thuật mới xuất hiện để phù hợp với CTDL đó và khai thác hết các khả năng CTDL đó đem lại. </a:t>
            </a:r>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20</a:t>
            </a:fld>
            <a:endParaRPr lang="en-US"/>
          </a:p>
        </p:txBody>
      </p:sp>
    </p:spTree>
    <p:extLst>
      <p:ext uri="{BB962C8B-B14F-4D97-AF65-F5344CB8AC3E}">
        <p14:creationId xmlns:p14="http://schemas.microsoft.com/office/powerpoint/2010/main" val="2386281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Tuy nhiên, hai nguyên tắc này lại thường mâu thuẫn, nên khó có ngôn ngữ nào mà có thể thỏa mãn được cả hai. Giữa chúng còn có một khoảng cách nhất định, là khoảng cách giữa ý tưởng giải thuật và thực hiện giải thuật.</a:t>
            </a:r>
          </a:p>
        </p:txBody>
      </p:sp>
      <p:sp>
        <p:nvSpPr>
          <p:cNvPr id="4" name="Slide Number Placeholder 3"/>
          <p:cNvSpPr>
            <a:spLocks noGrp="1"/>
          </p:cNvSpPr>
          <p:nvPr>
            <p:ph type="sldNum" sz="quarter" idx="10"/>
          </p:nvPr>
        </p:nvSpPr>
        <p:spPr/>
        <p:txBody>
          <a:bodyPr/>
          <a:lstStyle/>
          <a:p>
            <a:fld id="{76159C16-962D-45B7-9AE3-AA455C3EA8F0}" type="slidenum">
              <a:rPr lang="en-US" smtClean="0"/>
              <a:pPr/>
              <a:t>22</a:t>
            </a:fld>
            <a:endParaRPr lang="en-US"/>
          </a:p>
        </p:txBody>
      </p:sp>
    </p:spTree>
    <p:extLst>
      <p:ext uri="{BB962C8B-B14F-4D97-AF65-F5344CB8AC3E}">
        <p14:creationId xmlns:p14="http://schemas.microsoft.com/office/powerpoint/2010/main" val="12339571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a. Ngôn ngữ tự nhiên Chúng ta sử dụng ngôn ngữ phổ thông để biểu diễn cho một giải thuật. Đây là cách biểu diễn phổ biến nhất do tính tự nhiên của nó. Ngoài ngôn ngữ phổ thông, chúng ta có thể đưa vào các ký hiệu toán học thông dụng, hay các loại ký hiệu khác để trình bầy được ngắn gọn và rõ ràng hơn.</a:t>
            </a:r>
            <a:r>
              <a:rPr lang="en-US"/>
              <a:t> </a:t>
            </a:r>
            <a:r>
              <a:rPr lang="vi-VN"/>
              <a:t>Tức là nó chỉ ra giải thuật này làm cái gì và làm thế nào chứ không chỉ ra cách giải thuật này sẽ được cài đặt như thế nào. </a:t>
            </a:r>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23</a:t>
            </a:fld>
            <a:endParaRPr lang="en-US"/>
          </a:p>
        </p:txBody>
      </p:sp>
    </p:spTree>
    <p:extLst>
      <p:ext uri="{BB962C8B-B14F-4D97-AF65-F5344CB8AC3E}">
        <p14:creationId xmlns:p14="http://schemas.microsoft.com/office/powerpoint/2010/main" val="908587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the two sides of a rectangle and calculate its area</a:t>
            </a:r>
          </a:p>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24</a:t>
            </a:fld>
            <a:endParaRPr lang="en-US"/>
          </a:p>
        </p:txBody>
      </p:sp>
    </p:spTree>
    <p:extLst>
      <p:ext uri="{BB962C8B-B14F-4D97-AF65-F5344CB8AC3E}">
        <p14:creationId xmlns:p14="http://schemas.microsoft.com/office/powerpoint/2010/main" val="514258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9/24/2025</a:t>
            </a:fld>
            <a:endParaRPr lang="en-US"/>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2793048917"/>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9/24/2025</a:t>
            </a:fld>
            <a:endParaRPr lang="en-US"/>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17173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9/24/2025</a:t>
            </a:fld>
            <a:endParaRPr lang="en-US"/>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6" name="Slide Number Placeholder 5"/>
          <p:cNvSpPr>
            <a:spLocks noGrp="1"/>
          </p:cNvSpPr>
          <p:nvPr>
            <p:ph type="sldNum" sz="quarter" idx="12"/>
          </p:nvPr>
        </p:nvSpPr>
        <p:spPr/>
        <p:txBody>
          <a:bodyPr/>
          <a:lstStyle/>
          <a:p>
            <a:fld id="{26B269CE-12F4-4F4F-BF2F-21E0A343DA44}" type="slidenum">
              <a:rPr lang="en-US" smtClean="0"/>
              <a:pPr/>
              <a:t>‹#›</a:t>
            </a:fld>
            <a:endParaRPr lang="en-US"/>
          </a:p>
        </p:txBody>
      </p:sp>
    </p:spTree>
    <p:extLst>
      <p:ext uri="{BB962C8B-B14F-4D97-AF65-F5344CB8AC3E}">
        <p14:creationId xmlns:p14="http://schemas.microsoft.com/office/powerpoint/2010/main" val="2227154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9/24/2025</a:t>
            </a:fld>
            <a:endParaRPr lang="en-US"/>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618463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9/24/2025</a:t>
            </a:fld>
            <a:endParaRPr lang="en-US"/>
          </a:p>
        </p:txBody>
      </p:sp>
      <p:sp>
        <p:nvSpPr>
          <p:cNvPr id="8" name="Footer Placeholder 7"/>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9" name="Slide Number Placeholder 8"/>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62399684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9/24/2025</a:t>
            </a:fld>
            <a:endParaRPr lang="en-US"/>
          </a:p>
        </p:txBody>
      </p:sp>
      <p:sp>
        <p:nvSpPr>
          <p:cNvPr id="4" name="Footer Placeholder 3"/>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5" name="Slide Number Placeholder 4"/>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56735530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9/24/2025</a:t>
            </a:fld>
            <a:endParaRPr lang="en-US"/>
          </a:p>
        </p:txBody>
      </p:sp>
      <p:sp>
        <p:nvSpPr>
          <p:cNvPr id="3" name="Footer Placeholder 2"/>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6770532"/>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9/24/2025</a:t>
            </a:fld>
            <a:endParaRPr lang="en-US"/>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02620501"/>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9/24/2025</a:t>
            </a:fld>
            <a:endParaRPr lang="en-US"/>
          </a:p>
        </p:txBody>
      </p:sp>
      <p:sp>
        <p:nvSpPr>
          <p:cNvPr id="6" name="Footer Placeholder 5"/>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215961878"/>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9/24/2025</a:t>
            </a:fld>
            <a:endParaRPr lang="en-US"/>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233479066"/>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9/24/2025</a:t>
            </a:fld>
            <a:endParaRPr lang="en-US"/>
          </a:p>
        </p:txBody>
      </p:sp>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385916574"/>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6335269"/>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36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CLICK TO EDIT MASTER TITLE STYLE</a:t>
            </a:r>
          </a:p>
        </p:txBody>
      </p:sp>
    </p:spTree>
    <p:extLst>
      <p:ext uri="{BB962C8B-B14F-4D97-AF65-F5344CB8AC3E}">
        <p14:creationId xmlns:p14="http://schemas.microsoft.com/office/powerpoint/2010/main" val="3190663002"/>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0167366"/>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9/24/2025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9"/>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716914"/>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9/24/2025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2: ………………………………………</a:t>
            </a:r>
          </a:p>
        </p:txBody>
      </p:sp>
    </p:spTree>
    <p:extLst>
      <p:ext uri="{BB962C8B-B14F-4D97-AF65-F5344CB8AC3E}">
        <p14:creationId xmlns:p14="http://schemas.microsoft.com/office/powerpoint/2010/main" val="3439582886"/>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9/24/2025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1"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2642438"/>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9"/>
            <a:ext cx="5397627" cy="451739"/>
          </a:xfrm>
          <a:prstGeom prst="rect">
            <a:avLst/>
          </a:prstGeom>
        </p:spPr>
        <p:txBody>
          <a:bodyPr/>
          <a:lstStyle>
            <a:lvl1pPr>
              <a:defRPr sz="21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a:t>Title 4: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9/24/2025</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677549080"/>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a:t>Title 5: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9/24/2025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2597174095"/>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9/24/2025</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4146102068"/>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9/24/2025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C24317B-5122-4A99-A6E9-FA23C146A7E0}" type="slidenum">
              <a:rPr lang="en-US" smtClean="0"/>
              <a:pPr/>
              <a:t>‹#›</a:t>
            </a:fld>
            <a:endParaRPr lang="en-US"/>
          </a:p>
        </p:txBody>
      </p:sp>
      <p:pic>
        <p:nvPicPr>
          <p:cNvPr id="7" name="Picture 2" descr="D:\lo go dhbk100957AM.jpg"/>
          <p:cNvPicPr>
            <a:picLocks noChangeAspect="1" noChangeArrowheads="1"/>
          </p:cNvPicPr>
          <p:nvPr userDrawn="1"/>
        </p:nvPicPr>
        <p:blipFill>
          <a:blip r:embed="rId22" cstate="print"/>
          <a:srcRect/>
          <a:stretch>
            <a:fillRect/>
          </a:stretch>
        </p:blipFill>
        <p:spPr bwMode="auto">
          <a:xfrm>
            <a:off x="8766174" y="6372320"/>
            <a:ext cx="225425" cy="336455"/>
          </a:xfrm>
          <a:prstGeom prst="rect">
            <a:avLst/>
          </a:prstGeom>
          <a:noFill/>
        </p:spPr>
      </p:pic>
    </p:spTree>
    <p:extLst>
      <p:ext uri="{BB962C8B-B14F-4D97-AF65-F5344CB8AC3E}">
        <p14:creationId xmlns:p14="http://schemas.microsoft.com/office/powerpoint/2010/main" val="3880613493"/>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1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43000" y="4191000"/>
            <a:ext cx="7315200" cy="1066800"/>
          </a:xfrm>
        </p:spPr>
        <p:txBody>
          <a:bodyPr>
            <a:normAutofit/>
          </a:bodyPr>
          <a:lstStyle/>
          <a:p>
            <a:pPr algn="ctr"/>
            <a:r>
              <a:rPr lang="en-US">
                <a:solidFill>
                  <a:schemeClr val="bg1"/>
                </a:solidFill>
              </a:rPr>
              <a:t>CẤU TRÚC DỮ LIỆU VÀ GIẢI THUẬT</a:t>
            </a:r>
          </a:p>
        </p:txBody>
      </p:sp>
      <p:sp>
        <p:nvSpPr>
          <p:cNvPr id="3" name="Text Placeholder 2"/>
          <p:cNvSpPr>
            <a:spLocks noGrp="1"/>
          </p:cNvSpPr>
          <p:nvPr>
            <p:ph type="body" idx="4294967295"/>
          </p:nvPr>
        </p:nvSpPr>
        <p:spPr>
          <a:xfrm>
            <a:off x="3886200" y="5029200"/>
            <a:ext cx="6781800" cy="1143000"/>
          </a:xfrm>
        </p:spPr>
        <p:txBody>
          <a:bodyPr>
            <a:normAutofit/>
          </a:bodyPr>
          <a:lstStyle/>
          <a:p>
            <a:pPr marL="0" indent="0">
              <a:buNone/>
            </a:pPr>
            <a:r>
              <a:rPr lang="fr-FR" sz="2800">
                <a:solidFill>
                  <a:schemeClr val="bg1"/>
                </a:solidFill>
              </a:rPr>
              <a:t>ET2100</a:t>
            </a:r>
          </a:p>
          <a:p>
            <a:pPr marL="0" indent="0">
              <a:buNone/>
            </a:pPr>
            <a:endParaRPr lang="en-US" sz="2800">
              <a:solidFill>
                <a:schemeClr val="bg1"/>
              </a:solidFill>
            </a:endParaRPr>
          </a:p>
        </p:txBody>
      </p:sp>
      <p:sp>
        <p:nvSpPr>
          <p:cNvPr id="4" name="Slide Number Placeholder 3"/>
          <p:cNvSpPr>
            <a:spLocks noGrp="1"/>
          </p:cNvSpPr>
          <p:nvPr>
            <p:ph type="sldNum" sz="quarter" idx="4294967295"/>
          </p:nvPr>
        </p:nvSpPr>
        <p:spPr>
          <a:xfrm>
            <a:off x="7086600" y="6356350"/>
            <a:ext cx="2057400" cy="365125"/>
          </a:xfrm>
        </p:spPr>
        <p:txBody>
          <a:bodyPr/>
          <a:lstStyle/>
          <a:p>
            <a:fld id="{26B269CE-12F4-4F4F-BF2F-21E0A343DA44}" type="slidenum">
              <a:rPr lang="en-US" smtClean="0"/>
              <a:pPr/>
              <a:t>1</a:t>
            </a:fld>
            <a:endParaRPr lang="en-US"/>
          </a:p>
        </p:txBody>
      </p:sp>
    </p:spTree>
    <p:extLst>
      <p:ext uri="{BB962C8B-B14F-4D97-AF65-F5344CB8AC3E}">
        <p14:creationId xmlns:p14="http://schemas.microsoft.com/office/powerpoint/2010/main" val="424656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07169" y="2216944"/>
            <a:ext cx="7772400" cy="1066800"/>
          </a:xfrm>
        </p:spPr>
        <p:txBody>
          <a:bodyPr>
            <a:noAutofit/>
          </a:bodyPr>
          <a:lstStyle/>
          <a:p>
            <a:pPr algn="ctr"/>
            <a:r>
              <a:rPr lang="vi-VN" sz="4000">
                <a:latin typeface="+mn-lt"/>
              </a:rPr>
              <a:t>Chương I : </a:t>
            </a:r>
            <a:br>
              <a:rPr lang="en-US" sz="4000">
                <a:latin typeface="+mn-lt"/>
              </a:rPr>
            </a:br>
            <a:r>
              <a:rPr lang="vi-VN" sz="4000">
                <a:latin typeface="+mn-lt"/>
              </a:rPr>
              <a:t>Tổng quan về CTDL và Giải thuật</a:t>
            </a:r>
            <a:endParaRPr lang="en-US" sz="4000" b="1">
              <a:latin typeface="+mn-lt"/>
            </a:endParaRPr>
          </a:p>
        </p:txBody>
      </p:sp>
      <p:sp>
        <p:nvSpPr>
          <p:cNvPr id="3" name="Title 6">
            <a:extLst>
              <a:ext uri="{FF2B5EF4-FFF2-40B4-BE49-F238E27FC236}">
                <a16:creationId xmlns:a16="http://schemas.microsoft.com/office/drawing/2014/main" id="{A4ACF486-B7D8-4A5A-B633-83527A2F99E2}"/>
              </a:ext>
            </a:extLst>
          </p:cNvPr>
          <p:cNvSpPr txBox="1">
            <a:spLocks/>
          </p:cNvSpPr>
          <p:nvPr/>
        </p:nvSpPr>
        <p:spPr>
          <a:xfrm>
            <a:off x="417830" y="3690938"/>
            <a:ext cx="7351077" cy="1119250"/>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ctr"/>
            <a:r>
              <a:rPr lang="en-US" sz="2400"/>
              <a:t>PGS.TS. Vũ Hải</a:t>
            </a:r>
          </a:p>
          <a:p>
            <a:pPr algn="ctr"/>
            <a:r>
              <a:rPr lang="en-US" sz="2400"/>
              <a:t>Khoa KTTT– Trường </a:t>
            </a:r>
            <a:r>
              <a:rPr lang="en-US" sz="2400" err="1"/>
              <a:t>Điện</a:t>
            </a:r>
            <a:r>
              <a:rPr lang="en-US" sz="2400"/>
              <a:t> </a:t>
            </a:r>
            <a:r>
              <a:rPr lang="en-US" sz="2400" err="1"/>
              <a:t>Điện</a:t>
            </a:r>
            <a:r>
              <a:rPr lang="en-US" sz="2400"/>
              <a:t> </a:t>
            </a:r>
            <a:r>
              <a:rPr lang="en-US" sz="2400" err="1"/>
              <a:t>Tử</a:t>
            </a:r>
            <a:endParaRPr 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3</a:t>
            </a:fld>
            <a:endParaRPr lang="en-US"/>
          </a:p>
        </p:txBody>
      </p:sp>
      <p:sp>
        <p:nvSpPr>
          <p:cNvPr id="2" name="Title 1"/>
          <p:cNvSpPr>
            <a:spLocks noGrp="1"/>
          </p:cNvSpPr>
          <p:nvPr>
            <p:ph type="title"/>
          </p:nvPr>
        </p:nvSpPr>
        <p:spPr/>
        <p:txBody>
          <a:bodyPr/>
          <a:lstStyle/>
          <a:p>
            <a:r>
              <a:rPr lang="en-US" altLang="en-US" err="1"/>
              <a:t>Các</a:t>
            </a:r>
            <a:r>
              <a:rPr lang="en-US" altLang="en-US"/>
              <a:t> </a:t>
            </a:r>
            <a:r>
              <a:rPr lang="en-US" altLang="en-US" err="1"/>
              <a:t>nội</a:t>
            </a:r>
            <a:r>
              <a:rPr lang="en-US" altLang="en-US"/>
              <a:t> dung </a:t>
            </a:r>
            <a:r>
              <a:rPr lang="en-US" altLang="en-US" err="1"/>
              <a:t>chính</a:t>
            </a:r>
            <a:endParaRPr lang="en-US"/>
          </a:p>
        </p:txBody>
      </p:sp>
      <p:sp>
        <p:nvSpPr>
          <p:cNvPr id="3" name="Content Placeholder 2"/>
          <p:cNvSpPr>
            <a:spLocks noGrp="1"/>
          </p:cNvSpPr>
          <p:nvPr>
            <p:ph type="body" sz="quarter" idx="13"/>
          </p:nvPr>
        </p:nvSpPr>
        <p:spPr/>
        <p:txBody>
          <a:bodyPr/>
          <a:lstStyle/>
          <a:p>
            <a:pPr marL="571500" indent="-571500" eaLnBrk="1" hangingPunct="1">
              <a:buFont typeface="Wingdings" panose="05000000000000000000" pitchFamily="2" charset="2"/>
              <a:buAutoNum type="arabicPeriod"/>
            </a:pPr>
            <a:r>
              <a:rPr lang="en-US" altLang="en-US" sz="2200" err="1"/>
              <a:t>Mục</a:t>
            </a:r>
            <a:r>
              <a:rPr lang="en-US" altLang="en-US" sz="2200"/>
              <a:t> </a:t>
            </a:r>
            <a:r>
              <a:rPr lang="en-US" altLang="en-US" sz="2200" err="1"/>
              <a:t>đích</a:t>
            </a:r>
            <a:r>
              <a:rPr lang="en-US" altLang="en-US" sz="2200"/>
              <a:t> </a:t>
            </a:r>
            <a:r>
              <a:rPr lang="en-US" altLang="en-US" sz="2200" err="1"/>
              <a:t>và</a:t>
            </a:r>
            <a:r>
              <a:rPr lang="en-US" altLang="en-US" sz="2200"/>
              <a:t> </a:t>
            </a:r>
            <a:r>
              <a:rPr lang="en-US" altLang="en-US" sz="2200" err="1"/>
              <a:t>nội</a:t>
            </a:r>
            <a:r>
              <a:rPr lang="en-US" altLang="en-US" sz="2200"/>
              <a:t> dung </a:t>
            </a:r>
            <a:r>
              <a:rPr lang="en-US" altLang="en-US" sz="2200" err="1"/>
              <a:t>của</a:t>
            </a:r>
            <a:r>
              <a:rPr lang="en-US" altLang="en-US" sz="2200"/>
              <a:t> CTDL</a:t>
            </a:r>
          </a:p>
          <a:p>
            <a:pPr marL="571500" indent="-571500" eaLnBrk="1" hangingPunct="1">
              <a:buFont typeface="Wingdings" panose="05000000000000000000" pitchFamily="2" charset="2"/>
              <a:buAutoNum type="arabicPeriod"/>
            </a:pPr>
            <a:r>
              <a:rPr lang="en-US" altLang="en-US" sz="2200" err="1"/>
              <a:t>Các</a:t>
            </a:r>
            <a:r>
              <a:rPr lang="en-US" altLang="en-US" sz="2200"/>
              <a:t> </a:t>
            </a:r>
            <a:r>
              <a:rPr lang="en-US" altLang="en-US" sz="2200" err="1"/>
              <a:t>khái</a:t>
            </a:r>
            <a:r>
              <a:rPr lang="en-US" altLang="en-US" sz="2200"/>
              <a:t> </a:t>
            </a:r>
            <a:r>
              <a:rPr lang="en-US" altLang="en-US" sz="2200" err="1"/>
              <a:t>niệm</a:t>
            </a:r>
            <a:r>
              <a:rPr lang="en-US" altLang="en-US" sz="2200"/>
              <a:t> </a:t>
            </a:r>
            <a:r>
              <a:rPr lang="en-US" altLang="en-US" sz="2200" err="1"/>
              <a:t>cơ</a:t>
            </a:r>
            <a:r>
              <a:rPr lang="en-US" altLang="en-US" sz="2200"/>
              <a:t> </a:t>
            </a:r>
            <a:r>
              <a:rPr lang="en-US" altLang="en-US" sz="2200" err="1"/>
              <a:t>bản</a:t>
            </a:r>
            <a:r>
              <a:rPr lang="en-US" altLang="en-US" sz="2200"/>
              <a:t> </a:t>
            </a:r>
            <a:r>
              <a:rPr lang="en-US" altLang="en-US" sz="2200" err="1"/>
              <a:t>về</a:t>
            </a:r>
            <a:r>
              <a:rPr lang="en-US" altLang="en-US" sz="2200"/>
              <a:t> CTDL </a:t>
            </a:r>
            <a:r>
              <a:rPr lang="en-US" altLang="en-US" sz="2200" err="1"/>
              <a:t>và</a:t>
            </a:r>
            <a:r>
              <a:rPr lang="en-US" altLang="en-US" sz="2200"/>
              <a:t> </a:t>
            </a:r>
            <a:r>
              <a:rPr lang="en-US" altLang="en-US" sz="2200" err="1"/>
              <a:t>giải</a:t>
            </a:r>
            <a:r>
              <a:rPr lang="en-US" altLang="en-US" sz="2200"/>
              <a:t> </a:t>
            </a:r>
            <a:r>
              <a:rPr lang="en-US" altLang="en-US" sz="2200" err="1"/>
              <a:t>thuật</a:t>
            </a:r>
            <a:endParaRPr lang="en-US" altLang="en-US" sz="2200"/>
          </a:p>
          <a:p>
            <a:pPr marL="571500" indent="-571500" eaLnBrk="1" hangingPunct="1">
              <a:buFont typeface="Wingdings" panose="05000000000000000000" pitchFamily="2" charset="2"/>
              <a:buAutoNum type="arabicPeriod"/>
            </a:pPr>
            <a:r>
              <a:rPr lang="en-US" altLang="en-US" sz="2200" err="1"/>
              <a:t>Ngôn</a:t>
            </a:r>
            <a:r>
              <a:rPr lang="en-US" altLang="en-US" sz="2200"/>
              <a:t> </a:t>
            </a:r>
            <a:r>
              <a:rPr lang="en-US" altLang="en-US" sz="2200" err="1"/>
              <a:t>ngữ</a:t>
            </a:r>
            <a:r>
              <a:rPr lang="en-US" altLang="en-US" sz="2200"/>
              <a:t> </a:t>
            </a:r>
            <a:r>
              <a:rPr lang="en-US" altLang="en-US" sz="2200" err="1"/>
              <a:t>diễn</a:t>
            </a:r>
            <a:r>
              <a:rPr lang="en-US" altLang="en-US" sz="2200"/>
              <a:t> </a:t>
            </a:r>
            <a:r>
              <a:rPr lang="en-US" altLang="en-US" sz="2200" err="1"/>
              <a:t>đạt</a:t>
            </a:r>
            <a:r>
              <a:rPr lang="en-US" altLang="en-US" sz="2200"/>
              <a:t> </a:t>
            </a:r>
            <a:r>
              <a:rPr lang="en-US" altLang="en-US" sz="2200" err="1"/>
              <a:t>giải</a:t>
            </a:r>
            <a:r>
              <a:rPr lang="en-US" altLang="en-US" sz="2200"/>
              <a:t> </a:t>
            </a:r>
            <a:r>
              <a:rPr lang="en-US" altLang="en-US" sz="2200" err="1"/>
              <a:t>thuật</a:t>
            </a:r>
            <a:endParaRPr lang="en-US" altLang="en-US" sz="2200"/>
          </a:p>
          <a:p>
            <a:pPr marL="571500" indent="-571500" eaLnBrk="1" hangingPunct="1">
              <a:buFont typeface="Wingdings" panose="05000000000000000000" pitchFamily="2" charset="2"/>
              <a:buAutoNum type="arabicPeriod"/>
            </a:pPr>
            <a:r>
              <a:rPr lang="en-US" altLang="en-US" sz="2200" err="1"/>
              <a:t>Thiết</a:t>
            </a:r>
            <a:r>
              <a:rPr lang="en-US" altLang="en-US" sz="2200"/>
              <a:t> </a:t>
            </a:r>
            <a:r>
              <a:rPr lang="en-US" altLang="en-US" sz="2200" err="1"/>
              <a:t>kế</a:t>
            </a:r>
            <a:r>
              <a:rPr lang="en-US" altLang="en-US" sz="2200"/>
              <a:t> </a:t>
            </a:r>
            <a:r>
              <a:rPr lang="en-US" altLang="en-US" sz="2200" err="1"/>
              <a:t>và</a:t>
            </a:r>
            <a:r>
              <a:rPr lang="en-US" altLang="en-US" sz="2200"/>
              <a:t> </a:t>
            </a:r>
            <a:r>
              <a:rPr lang="en-US" altLang="en-US" sz="2200" err="1"/>
              <a:t>Đánh</a:t>
            </a:r>
            <a:r>
              <a:rPr lang="en-US" altLang="en-US" sz="2200"/>
              <a:t> </a:t>
            </a:r>
            <a:r>
              <a:rPr lang="en-US" altLang="en-US" sz="2200" err="1"/>
              <a:t>giá</a:t>
            </a:r>
            <a:r>
              <a:rPr lang="en-US" altLang="en-US" sz="2200"/>
              <a:t> </a:t>
            </a:r>
            <a:r>
              <a:rPr lang="en-US" altLang="en-US" sz="2200" err="1"/>
              <a:t>giải</a:t>
            </a:r>
            <a:r>
              <a:rPr lang="en-US" altLang="en-US" sz="2200"/>
              <a:t> </a:t>
            </a:r>
            <a:r>
              <a:rPr lang="en-US" altLang="en-US" sz="2200" err="1"/>
              <a:t>thuật</a:t>
            </a:r>
            <a:endParaRPr lang="en-US" altLang="en-US" sz="2200"/>
          </a:p>
          <a:p>
            <a:endParaRPr lang="en-US"/>
          </a:p>
        </p:txBody>
      </p:sp>
    </p:spTree>
    <p:extLst>
      <p:ext uri="{BB962C8B-B14F-4D97-AF65-F5344CB8AC3E}">
        <p14:creationId xmlns:p14="http://schemas.microsoft.com/office/powerpoint/2010/main" val="1979605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4</a:t>
            </a:fld>
            <a:endParaRPr lang="en-US"/>
          </a:p>
        </p:txBody>
      </p:sp>
      <p:sp>
        <p:nvSpPr>
          <p:cNvPr id="2" name="Title 1"/>
          <p:cNvSpPr>
            <a:spLocks noGrp="1"/>
          </p:cNvSpPr>
          <p:nvPr>
            <p:ph type="title"/>
          </p:nvPr>
        </p:nvSpPr>
        <p:spPr/>
        <p:txBody>
          <a:bodyPr/>
          <a:lstStyle/>
          <a:p>
            <a:r>
              <a:rPr lang="en-US" altLang="en-US"/>
              <a:t>1. </a:t>
            </a:r>
            <a:r>
              <a:rPr lang="en-US" altLang="en-US" err="1"/>
              <a:t>Mục</a:t>
            </a:r>
            <a:r>
              <a:rPr lang="en-US" altLang="en-US"/>
              <a:t> </a:t>
            </a:r>
            <a:r>
              <a:rPr lang="en-US" altLang="en-US" err="1"/>
              <a:t>đích</a:t>
            </a:r>
            <a:r>
              <a:rPr lang="en-US" altLang="en-US"/>
              <a:t> </a:t>
            </a:r>
            <a:r>
              <a:rPr lang="en-US" altLang="en-US" err="1"/>
              <a:t>và</a:t>
            </a:r>
            <a:r>
              <a:rPr lang="en-US" altLang="en-US"/>
              <a:t> </a:t>
            </a:r>
            <a:r>
              <a:rPr lang="en-US" altLang="en-US" err="1"/>
              <a:t>nội</a:t>
            </a:r>
            <a:r>
              <a:rPr lang="en-US" altLang="en-US"/>
              <a:t> dung </a:t>
            </a:r>
            <a:r>
              <a:rPr lang="en-US" altLang="en-US" err="1"/>
              <a:t>của</a:t>
            </a:r>
            <a:r>
              <a:rPr lang="en-US" altLang="en-US"/>
              <a:t> CTDL</a:t>
            </a:r>
            <a:endParaRPr lang="en-US"/>
          </a:p>
        </p:txBody>
      </p:sp>
      <p:sp>
        <p:nvSpPr>
          <p:cNvPr id="3" name="Content Placeholder 2"/>
          <p:cNvSpPr>
            <a:spLocks noGrp="1"/>
          </p:cNvSpPr>
          <p:nvPr>
            <p:ph type="body" sz="quarter" idx="13"/>
          </p:nvPr>
        </p:nvSpPr>
        <p:spPr/>
        <p:txBody>
          <a:bodyPr/>
          <a:lstStyle/>
          <a:p>
            <a:pPr eaLnBrk="1" hangingPunct="1"/>
            <a:r>
              <a:rPr lang="en-US" altLang="en-US" sz="2400" err="1"/>
              <a:t>Mục</a:t>
            </a:r>
            <a:r>
              <a:rPr lang="en-US" altLang="en-US" sz="2400"/>
              <a:t> </a:t>
            </a:r>
            <a:r>
              <a:rPr lang="en-US" altLang="en-US" sz="2400" err="1"/>
              <a:t>đích</a:t>
            </a:r>
            <a:r>
              <a:rPr lang="en-US" altLang="en-US" sz="2400"/>
              <a:t>:</a:t>
            </a:r>
          </a:p>
          <a:p>
            <a:pPr lvl="1" eaLnBrk="1" hangingPunct="1"/>
            <a:r>
              <a:rPr lang="en-US" altLang="en-US" sz="2200" err="1"/>
              <a:t>Củng</a:t>
            </a:r>
            <a:r>
              <a:rPr lang="en-US" altLang="en-US" sz="2200"/>
              <a:t> </a:t>
            </a:r>
            <a:r>
              <a:rPr lang="en-US" altLang="en-US" sz="2200" err="1"/>
              <a:t>cố</a:t>
            </a:r>
            <a:r>
              <a:rPr lang="en-US" altLang="en-US" sz="2200"/>
              <a:t> </a:t>
            </a:r>
            <a:r>
              <a:rPr lang="en-US" altLang="en-US" sz="2200" err="1"/>
              <a:t>và</a:t>
            </a:r>
            <a:r>
              <a:rPr lang="en-US" altLang="en-US" sz="2200"/>
              <a:t> </a:t>
            </a:r>
            <a:r>
              <a:rPr lang="en-US" altLang="en-US" sz="2200" err="1"/>
              <a:t>nâng</a:t>
            </a:r>
            <a:r>
              <a:rPr lang="en-US" altLang="en-US" sz="2200"/>
              <a:t> </a:t>
            </a:r>
            <a:r>
              <a:rPr lang="en-US" altLang="en-US" sz="2200" err="1"/>
              <a:t>cao</a:t>
            </a:r>
            <a:r>
              <a:rPr lang="en-US" altLang="en-US" sz="2200"/>
              <a:t> </a:t>
            </a:r>
            <a:r>
              <a:rPr lang="en-US" altLang="en-US" sz="2200" err="1"/>
              <a:t>kiến</a:t>
            </a:r>
            <a:r>
              <a:rPr lang="en-US" altLang="en-US" sz="2200"/>
              <a:t> </a:t>
            </a:r>
            <a:r>
              <a:rPr lang="en-US" altLang="en-US" sz="2200" err="1"/>
              <a:t>thức</a:t>
            </a:r>
            <a:r>
              <a:rPr lang="en-US" altLang="en-US" sz="2200"/>
              <a:t> </a:t>
            </a:r>
            <a:r>
              <a:rPr lang="en-US" altLang="en-US" sz="2200" err="1"/>
              <a:t>cơ</a:t>
            </a:r>
            <a:r>
              <a:rPr lang="en-US" altLang="en-US" sz="2200"/>
              <a:t> </a:t>
            </a:r>
            <a:r>
              <a:rPr lang="en-US" altLang="en-US" sz="2200" err="1"/>
              <a:t>bản</a:t>
            </a:r>
            <a:r>
              <a:rPr lang="en-US" altLang="en-US" sz="2200"/>
              <a:t> </a:t>
            </a:r>
            <a:r>
              <a:rPr lang="en-US" altLang="en-US" sz="2200" err="1"/>
              <a:t>về</a:t>
            </a:r>
            <a:r>
              <a:rPr lang="en-US" altLang="en-US" sz="2200"/>
              <a:t> </a:t>
            </a:r>
            <a:r>
              <a:rPr lang="en-US" altLang="en-US" sz="2200" err="1"/>
              <a:t>cấu</a:t>
            </a:r>
            <a:r>
              <a:rPr lang="en-US" altLang="en-US" sz="2200"/>
              <a:t> </a:t>
            </a:r>
            <a:r>
              <a:rPr lang="en-US" altLang="en-US" sz="2200" err="1"/>
              <a:t>trúc</a:t>
            </a:r>
            <a:r>
              <a:rPr lang="en-US" altLang="en-US" sz="2200"/>
              <a:t> </a:t>
            </a:r>
            <a:r>
              <a:rPr lang="en-US" altLang="en-US" sz="2200" err="1"/>
              <a:t>dữ</a:t>
            </a:r>
            <a:r>
              <a:rPr lang="en-US" altLang="en-US" sz="2200"/>
              <a:t> </a:t>
            </a:r>
            <a:r>
              <a:rPr lang="en-US" altLang="en-US" sz="2200" err="1"/>
              <a:t>liệu</a:t>
            </a:r>
            <a:r>
              <a:rPr lang="en-US" altLang="en-US" sz="2200"/>
              <a:t> </a:t>
            </a:r>
            <a:r>
              <a:rPr lang="en-US" altLang="en-US" sz="2200" err="1"/>
              <a:t>và</a:t>
            </a:r>
            <a:r>
              <a:rPr lang="en-US" altLang="en-US" sz="2200"/>
              <a:t> </a:t>
            </a:r>
            <a:r>
              <a:rPr lang="en-US" altLang="en-US" sz="2200" err="1"/>
              <a:t>giải</a:t>
            </a:r>
            <a:r>
              <a:rPr lang="en-US" altLang="en-US" sz="2200"/>
              <a:t> </a:t>
            </a:r>
            <a:r>
              <a:rPr lang="en-US" altLang="en-US" sz="2200" err="1"/>
              <a:t>thuật</a:t>
            </a:r>
            <a:r>
              <a:rPr lang="en-US" altLang="en-US" sz="2200"/>
              <a:t> </a:t>
            </a:r>
            <a:r>
              <a:rPr lang="en-US" altLang="en-US" sz="2200" err="1"/>
              <a:t>của</a:t>
            </a:r>
            <a:r>
              <a:rPr lang="en-US" altLang="en-US" sz="2200"/>
              <a:t> </a:t>
            </a:r>
            <a:r>
              <a:rPr lang="en-US" altLang="en-US" sz="2200" err="1"/>
              <a:t>ngành</a:t>
            </a:r>
            <a:r>
              <a:rPr lang="en-US" altLang="en-US" sz="2200"/>
              <a:t> </a:t>
            </a:r>
            <a:r>
              <a:rPr lang="en-US" altLang="en-US" sz="2200" err="1"/>
              <a:t>khoa</a:t>
            </a:r>
            <a:r>
              <a:rPr lang="en-US" altLang="en-US" sz="2200"/>
              <a:t> </a:t>
            </a:r>
            <a:r>
              <a:rPr lang="en-US" altLang="en-US" sz="2200" err="1"/>
              <a:t>học</a:t>
            </a:r>
            <a:r>
              <a:rPr lang="en-US" altLang="en-US" sz="2200"/>
              <a:t> </a:t>
            </a:r>
            <a:r>
              <a:rPr lang="en-US" altLang="en-US" sz="2200" err="1"/>
              <a:t>máy</a:t>
            </a:r>
            <a:r>
              <a:rPr lang="en-US" altLang="en-US" sz="2200"/>
              <a:t> </a:t>
            </a:r>
            <a:r>
              <a:rPr lang="en-US" altLang="en-US" sz="2200" err="1"/>
              <a:t>tính</a:t>
            </a:r>
            <a:r>
              <a:rPr lang="en-US" altLang="en-US" sz="2200"/>
              <a:t>.</a:t>
            </a:r>
          </a:p>
          <a:p>
            <a:pPr lvl="1" eaLnBrk="1" hangingPunct="1"/>
            <a:r>
              <a:rPr lang="en-US" altLang="en-US" sz="2200" err="1"/>
              <a:t>Tăng</a:t>
            </a:r>
            <a:r>
              <a:rPr lang="en-US" altLang="en-US" sz="2200"/>
              <a:t> </a:t>
            </a:r>
            <a:r>
              <a:rPr lang="en-US" altLang="en-US" sz="2200" err="1"/>
              <a:t>cường</a:t>
            </a:r>
            <a:r>
              <a:rPr lang="en-US" altLang="en-US" sz="2200"/>
              <a:t> </a:t>
            </a:r>
            <a:r>
              <a:rPr lang="en-US" altLang="en-US" sz="2200" err="1"/>
              <a:t>khả</a:t>
            </a:r>
            <a:r>
              <a:rPr lang="en-US" altLang="en-US" sz="2200"/>
              <a:t> </a:t>
            </a:r>
            <a:r>
              <a:rPr lang="en-US" altLang="en-US" sz="2200" err="1"/>
              <a:t>năng</a:t>
            </a:r>
            <a:r>
              <a:rPr lang="en-US" altLang="en-US" sz="2200"/>
              <a:t> </a:t>
            </a:r>
            <a:r>
              <a:rPr lang="en-US" altLang="en-US" sz="2200" err="1"/>
              <a:t>phân</a:t>
            </a:r>
            <a:r>
              <a:rPr lang="en-US" altLang="en-US" sz="2200"/>
              <a:t> </a:t>
            </a:r>
            <a:r>
              <a:rPr lang="en-US" altLang="en-US" sz="2200" err="1"/>
              <a:t>tích</a:t>
            </a:r>
            <a:r>
              <a:rPr lang="en-US" altLang="en-US" sz="2200"/>
              <a:t>, </a:t>
            </a:r>
            <a:r>
              <a:rPr lang="en-US" altLang="en-US" sz="2200" err="1"/>
              <a:t>thiết</a:t>
            </a:r>
            <a:r>
              <a:rPr lang="en-US" altLang="en-US" sz="2200"/>
              <a:t> </a:t>
            </a:r>
            <a:r>
              <a:rPr lang="en-US" altLang="en-US" sz="2200" err="1"/>
              <a:t>kế</a:t>
            </a:r>
            <a:r>
              <a:rPr lang="en-US" altLang="en-US" sz="2200"/>
              <a:t> </a:t>
            </a:r>
            <a:r>
              <a:rPr lang="en-US" altLang="en-US" sz="2200" err="1"/>
              <a:t>và</a:t>
            </a:r>
            <a:r>
              <a:rPr lang="en-US" altLang="en-US" sz="2200"/>
              <a:t> </a:t>
            </a:r>
            <a:r>
              <a:rPr lang="en-US" altLang="en-US" sz="2200" err="1"/>
              <a:t>cài</a:t>
            </a:r>
            <a:r>
              <a:rPr lang="en-US" altLang="en-US" sz="2200"/>
              <a:t> </a:t>
            </a:r>
            <a:r>
              <a:rPr lang="en-US" altLang="en-US" sz="2200" err="1"/>
              <a:t>đặt</a:t>
            </a:r>
            <a:r>
              <a:rPr lang="en-US" altLang="en-US" sz="2200"/>
              <a:t> </a:t>
            </a:r>
            <a:r>
              <a:rPr lang="en-US" altLang="en-US" sz="2200" err="1"/>
              <a:t>các</a:t>
            </a:r>
            <a:r>
              <a:rPr lang="en-US" altLang="en-US" sz="2200"/>
              <a:t> </a:t>
            </a:r>
            <a:r>
              <a:rPr lang="en-US" altLang="en-US" sz="2200" err="1"/>
              <a:t>chương</a:t>
            </a:r>
            <a:r>
              <a:rPr lang="en-US" altLang="en-US" sz="2200"/>
              <a:t> </a:t>
            </a:r>
            <a:r>
              <a:rPr lang="en-US" altLang="en-US" sz="2200" err="1"/>
              <a:t>trình</a:t>
            </a:r>
            <a:r>
              <a:rPr lang="en-US" altLang="en-US" sz="2200"/>
              <a:t> </a:t>
            </a:r>
            <a:r>
              <a:rPr lang="en-US" altLang="en-US" sz="2200" err="1"/>
              <a:t>cho</a:t>
            </a:r>
            <a:r>
              <a:rPr lang="en-US" altLang="en-US" sz="2200"/>
              <a:t> </a:t>
            </a:r>
            <a:r>
              <a:rPr lang="en-US" altLang="en-US" sz="2200" err="1"/>
              <a:t>máy</a:t>
            </a:r>
            <a:r>
              <a:rPr lang="en-US" altLang="en-US" sz="2200"/>
              <a:t> </a:t>
            </a:r>
            <a:r>
              <a:rPr lang="en-US" altLang="en-US" sz="2200" err="1"/>
              <a:t>tính</a:t>
            </a:r>
            <a:r>
              <a:rPr lang="en-US" altLang="en-US" sz="2200"/>
              <a:t>.</a:t>
            </a:r>
          </a:p>
          <a:p>
            <a:pPr lvl="1" eaLnBrk="1" hangingPunct="1"/>
            <a:r>
              <a:rPr lang="en-US" altLang="en-US" sz="2200" err="1"/>
              <a:t>Nâng</a:t>
            </a:r>
            <a:r>
              <a:rPr lang="en-US" altLang="en-US" sz="2200"/>
              <a:t> </a:t>
            </a:r>
            <a:r>
              <a:rPr lang="en-US" altLang="en-US" sz="2200" err="1"/>
              <a:t>cao</a:t>
            </a:r>
            <a:r>
              <a:rPr lang="en-US" altLang="en-US" sz="2200"/>
              <a:t> </a:t>
            </a:r>
            <a:r>
              <a:rPr lang="en-US" altLang="en-US" sz="2200" err="1"/>
              <a:t>khả</a:t>
            </a:r>
            <a:r>
              <a:rPr lang="en-US" altLang="en-US" sz="2200"/>
              <a:t> </a:t>
            </a:r>
            <a:r>
              <a:rPr lang="en-US" altLang="en-US" sz="2200" err="1"/>
              <a:t>năng</a:t>
            </a:r>
            <a:r>
              <a:rPr lang="en-US" altLang="en-US" sz="2200"/>
              <a:t> </a:t>
            </a:r>
            <a:r>
              <a:rPr lang="en-US" altLang="en-US" sz="2200" err="1"/>
              <a:t>tư</a:t>
            </a:r>
            <a:r>
              <a:rPr lang="en-US" altLang="en-US" sz="2200"/>
              <a:t> </a:t>
            </a:r>
            <a:r>
              <a:rPr lang="en-US" altLang="en-US" sz="2200" err="1"/>
              <a:t>duy</a:t>
            </a:r>
            <a:r>
              <a:rPr lang="en-US" altLang="en-US" sz="2200"/>
              <a:t> </a:t>
            </a:r>
            <a:r>
              <a:rPr lang="en-US" altLang="en-US" sz="2200" err="1"/>
              <a:t>trừu</a:t>
            </a:r>
            <a:r>
              <a:rPr lang="en-US" altLang="en-US" sz="2200"/>
              <a:t> </a:t>
            </a:r>
            <a:r>
              <a:rPr lang="en-US" altLang="en-US" sz="2200" err="1"/>
              <a:t>tượng</a:t>
            </a:r>
            <a:r>
              <a:rPr lang="en-US" altLang="en-US" sz="2200"/>
              <a:t> </a:t>
            </a:r>
            <a:r>
              <a:rPr lang="en-US" altLang="en-US" sz="2200" err="1"/>
              <a:t>và</a:t>
            </a:r>
            <a:r>
              <a:rPr lang="en-US" altLang="en-US" sz="2200"/>
              <a:t> </a:t>
            </a:r>
            <a:r>
              <a:rPr lang="en-US" altLang="en-US" sz="2200" err="1"/>
              <a:t>sự</a:t>
            </a:r>
            <a:r>
              <a:rPr lang="en-US" altLang="en-US" sz="2200"/>
              <a:t> </a:t>
            </a:r>
            <a:r>
              <a:rPr lang="en-US" altLang="en-US" sz="2200" err="1"/>
              <a:t>khái</a:t>
            </a:r>
            <a:r>
              <a:rPr lang="en-US" altLang="en-US" sz="2200"/>
              <a:t> </a:t>
            </a:r>
            <a:r>
              <a:rPr lang="en-US" altLang="en-US" sz="2200" err="1"/>
              <a:t>quát</a:t>
            </a:r>
            <a:r>
              <a:rPr lang="en-US" altLang="en-US" sz="2200"/>
              <a:t> </a:t>
            </a:r>
            <a:r>
              <a:rPr lang="en-US" altLang="en-US" sz="2200" err="1"/>
              <a:t>khi</a:t>
            </a:r>
            <a:r>
              <a:rPr lang="en-US" altLang="en-US" sz="2200"/>
              <a:t> </a:t>
            </a:r>
            <a:r>
              <a:rPr lang="en-US" altLang="en-US" sz="2200" err="1"/>
              <a:t>giải</a:t>
            </a:r>
            <a:r>
              <a:rPr lang="en-US" altLang="en-US" sz="2200"/>
              <a:t> </a:t>
            </a:r>
            <a:r>
              <a:rPr lang="en-US" altLang="en-US" sz="2200" err="1"/>
              <a:t>quyết</a:t>
            </a:r>
            <a:r>
              <a:rPr lang="en-US" altLang="en-US" sz="2200"/>
              <a:t> </a:t>
            </a:r>
            <a:r>
              <a:rPr lang="en-US" altLang="en-US" sz="2200" err="1"/>
              <a:t>các</a:t>
            </a:r>
            <a:r>
              <a:rPr lang="en-US" altLang="en-US" sz="2200"/>
              <a:t> </a:t>
            </a:r>
            <a:r>
              <a:rPr lang="en-US" altLang="en-US" sz="2200" err="1"/>
              <a:t>bài</a:t>
            </a:r>
            <a:r>
              <a:rPr lang="en-US" altLang="en-US" sz="2200"/>
              <a:t> </a:t>
            </a:r>
            <a:r>
              <a:rPr lang="en-US" altLang="en-US" sz="2200" err="1"/>
              <a:t>toán</a:t>
            </a:r>
            <a:r>
              <a:rPr lang="en-US" altLang="en-US" sz="2200"/>
              <a:t> </a:t>
            </a:r>
            <a:r>
              <a:rPr lang="en-US" altLang="en-US" sz="2200" err="1"/>
              <a:t>thực</a:t>
            </a:r>
            <a:r>
              <a:rPr lang="en-US" altLang="en-US" sz="2200"/>
              <a:t> </a:t>
            </a:r>
            <a:r>
              <a:rPr lang="en-US" altLang="en-US" sz="2200" err="1"/>
              <a:t>tế</a:t>
            </a:r>
            <a:r>
              <a:rPr lang="en-US" altLang="en-US" sz="2200"/>
              <a:t> </a:t>
            </a:r>
            <a:r>
              <a:rPr lang="en-US" altLang="en-US" sz="2200" err="1"/>
              <a:t>bằng</a:t>
            </a:r>
            <a:r>
              <a:rPr lang="en-US" altLang="en-US" sz="2200"/>
              <a:t> </a:t>
            </a:r>
            <a:r>
              <a:rPr lang="en-US" altLang="en-US" sz="2200" err="1"/>
              <a:t>máy</a:t>
            </a:r>
            <a:r>
              <a:rPr lang="en-US" altLang="en-US" sz="2200"/>
              <a:t> </a:t>
            </a:r>
            <a:r>
              <a:rPr lang="en-US" altLang="en-US" sz="2200" err="1"/>
              <a:t>tính</a:t>
            </a:r>
            <a:endParaRPr lang="en-US" altLang="en-US" sz="2200"/>
          </a:p>
          <a:p>
            <a:r>
              <a:rPr lang="en-US" altLang="en-US" sz="2400" err="1"/>
              <a:t>Yêu</a:t>
            </a:r>
            <a:r>
              <a:rPr lang="en-US" altLang="en-US" sz="2400"/>
              <a:t> </a:t>
            </a:r>
            <a:r>
              <a:rPr lang="en-US" altLang="en-US" sz="2400" err="1"/>
              <a:t>cầu</a:t>
            </a:r>
            <a:endParaRPr lang="en-US" altLang="en-US" sz="2400"/>
          </a:p>
          <a:p>
            <a:pPr lvl="1"/>
            <a:r>
              <a:rPr lang="en-US" altLang="en-US" sz="2200" err="1"/>
              <a:t>Kiến</a:t>
            </a:r>
            <a:r>
              <a:rPr lang="en-US" altLang="en-US" sz="2200"/>
              <a:t> </a:t>
            </a:r>
            <a:r>
              <a:rPr lang="en-US" altLang="en-US" sz="2200" err="1"/>
              <a:t>thức</a:t>
            </a:r>
            <a:r>
              <a:rPr lang="en-US" altLang="en-US" sz="2200"/>
              <a:t> </a:t>
            </a:r>
            <a:r>
              <a:rPr lang="en-US" altLang="en-US" sz="2200" err="1"/>
              <a:t>cơ</a:t>
            </a:r>
            <a:r>
              <a:rPr lang="en-US" altLang="en-US" sz="2200"/>
              <a:t> </a:t>
            </a:r>
            <a:r>
              <a:rPr lang="en-US" altLang="en-US" sz="2200" err="1"/>
              <a:t>bản</a:t>
            </a:r>
            <a:r>
              <a:rPr lang="en-US" altLang="en-US" sz="2200"/>
              <a:t> </a:t>
            </a:r>
            <a:r>
              <a:rPr lang="en-US" altLang="en-US" sz="2200" err="1"/>
              <a:t>về</a:t>
            </a:r>
            <a:r>
              <a:rPr lang="en-US" altLang="en-US" sz="2200"/>
              <a:t> </a:t>
            </a:r>
            <a:r>
              <a:rPr lang="en-US" altLang="en-US" sz="2200" err="1"/>
              <a:t>lập</a:t>
            </a:r>
            <a:r>
              <a:rPr lang="en-US" altLang="en-US" sz="2200"/>
              <a:t> </a:t>
            </a:r>
            <a:r>
              <a:rPr lang="en-US" altLang="en-US" sz="2200" err="1"/>
              <a:t>trình</a:t>
            </a:r>
            <a:r>
              <a:rPr lang="en-US" altLang="en-US" sz="2200"/>
              <a:t> </a:t>
            </a:r>
          </a:p>
          <a:p>
            <a:pPr lvl="1"/>
            <a:r>
              <a:rPr lang="en-US" altLang="en-US" sz="2200" err="1"/>
              <a:t>Thành</a:t>
            </a:r>
            <a:r>
              <a:rPr lang="en-US" altLang="en-US" sz="2200"/>
              <a:t> </a:t>
            </a:r>
            <a:r>
              <a:rPr lang="en-US" altLang="en-US" sz="2200" err="1"/>
              <a:t>thạo</a:t>
            </a:r>
            <a:r>
              <a:rPr lang="en-US" altLang="en-US" sz="2200"/>
              <a:t> </a:t>
            </a:r>
            <a:r>
              <a:rPr lang="en-US" altLang="en-US" sz="2200" err="1"/>
              <a:t>ít</a:t>
            </a:r>
            <a:r>
              <a:rPr lang="en-US" altLang="en-US" sz="2200"/>
              <a:t> </a:t>
            </a:r>
            <a:r>
              <a:rPr lang="en-US" altLang="en-US" sz="2200" err="1"/>
              <a:t>nhất</a:t>
            </a:r>
            <a:r>
              <a:rPr lang="en-US" altLang="en-US" sz="2200"/>
              <a:t> </a:t>
            </a:r>
            <a:r>
              <a:rPr lang="en-US" altLang="en-US" sz="2200" err="1"/>
              <a:t>một</a:t>
            </a:r>
            <a:r>
              <a:rPr lang="en-US" altLang="en-US" sz="2200"/>
              <a:t> </a:t>
            </a:r>
            <a:r>
              <a:rPr lang="en-US" altLang="en-US" sz="2200" err="1"/>
              <a:t>ngôn</a:t>
            </a:r>
            <a:r>
              <a:rPr lang="en-US" altLang="en-US" sz="2200"/>
              <a:t> </a:t>
            </a:r>
            <a:r>
              <a:rPr lang="en-US" altLang="en-US" sz="2200" err="1"/>
              <a:t>ngữ</a:t>
            </a:r>
            <a:r>
              <a:rPr lang="en-US" altLang="en-US" sz="2200"/>
              <a:t> </a:t>
            </a:r>
            <a:r>
              <a:rPr lang="en-US" altLang="en-US" sz="2200" err="1"/>
              <a:t>lập</a:t>
            </a:r>
            <a:r>
              <a:rPr lang="en-US" altLang="en-US" sz="2200"/>
              <a:t> </a:t>
            </a:r>
            <a:r>
              <a:rPr lang="en-US" altLang="en-US" sz="2200" err="1"/>
              <a:t>trình</a:t>
            </a:r>
            <a:r>
              <a:rPr lang="en-US" altLang="en-US" sz="2200"/>
              <a:t> </a:t>
            </a:r>
            <a:r>
              <a:rPr lang="en-US" altLang="en-US" sz="2200" err="1"/>
              <a:t>cơ</a:t>
            </a:r>
            <a:r>
              <a:rPr lang="en-US" altLang="en-US" sz="2200"/>
              <a:t> </a:t>
            </a:r>
            <a:r>
              <a:rPr lang="en-US" altLang="en-US" sz="2200" err="1"/>
              <a:t>bản</a:t>
            </a:r>
            <a:r>
              <a:rPr lang="en-US" altLang="en-US" sz="2200"/>
              <a:t>: C, C++,..</a:t>
            </a:r>
          </a:p>
          <a:p>
            <a:pPr lvl="1"/>
            <a:endParaRPr lang="en-US" altLang="en-US" sz="2200"/>
          </a:p>
          <a:p>
            <a:endParaRPr lang="en-US"/>
          </a:p>
        </p:txBody>
      </p:sp>
    </p:spTree>
    <p:extLst>
      <p:ext uri="{BB962C8B-B14F-4D97-AF65-F5344CB8AC3E}">
        <p14:creationId xmlns:p14="http://schemas.microsoft.com/office/powerpoint/2010/main" val="462606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5</a:t>
            </a:fld>
            <a:endParaRPr lang="en-US"/>
          </a:p>
        </p:txBody>
      </p:sp>
      <p:sp>
        <p:nvSpPr>
          <p:cNvPr id="2" name="Title 1"/>
          <p:cNvSpPr>
            <a:spLocks noGrp="1"/>
          </p:cNvSpPr>
          <p:nvPr>
            <p:ph type="title"/>
          </p:nvPr>
        </p:nvSpPr>
        <p:spPr/>
        <p:txBody>
          <a:bodyPr/>
          <a:lstStyle/>
          <a:p>
            <a:r>
              <a:rPr lang="en-US" altLang="en-US"/>
              <a:t>1. </a:t>
            </a:r>
            <a:r>
              <a:rPr lang="en-US" altLang="en-US" err="1"/>
              <a:t>Mục</a:t>
            </a:r>
            <a:r>
              <a:rPr lang="en-US" altLang="en-US"/>
              <a:t> </a:t>
            </a:r>
            <a:r>
              <a:rPr lang="en-US" altLang="en-US" err="1"/>
              <a:t>đích</a:t>
            </a:r>
            <a:r>
              <a:rPr lang="en-US" altLang="en-US"/>
              <a:t> </a:t>
            </a:r>
            <a:r>
              <a:rPr lang="en-US" altLang="en-US" err="1"/>
              <a:t>và</a:t>
            </a:r>
            <a:r>
              <a:rPr lang="en-US" altLang="en-US"/>
              <a:t> </a:t>
            </a:r>
            <a:r>
              <a:rPr lang="en-US" altLang="en-US" err="1"/>
              <a:t>nội</a:t>
            </a:r>
            <a:r>
              <a:rPr lang="en-US" altLang="en-US"/>
              <a:t> dung </a:t>
            </a:r>
            <a:r>
              <a:rPr lang="en-US" altLang="en-US" err="1"/>
              <a:t>của</a:t>
            </a:r>
            <a:r>
              <a:rPr lang="en-US" altLang="en-US"/>
              <a:t> CTDL</a:t>
            </a:r>
            <a:endParaRPr lang="en-US"/>
          </a:p>
        </p:txBody>
      </p:sp>
      <p:sp>
        <p:nvSpPr>
          <p:cNvPr id="3" name="Content Placeholder 2"/>
          <p:cNvSpPr>
            <a:spLocks noGrp="1"/>
          </p:cNvSpPr>
          <p:nvPr>
            <p:ph type="body" sz="quarter" idx="13"/>
          </p:nvPr>
        </p:nvSpPr>
        <p:spPr/>
        <p:txBody>
          <a:bodyPr/>
          <a:lstStyle/>
          <a:p>
            <a:pPr eaLnBrk="1" hangingPunct="1"/>
            <a:r>
              <a:rPr lang="en-US" altLang="en-US" sz="2400" err="1"/>
              <a:t>Nội</a:t>
            </a:r>
            <a:r>
              <a:rPr lang="en-US" altLang="en-US" sz="2400"/>
              <a:t> dung:</a:t>
            </a:r>
          </a:p>
          <a:p>
            <a:pPr lvl="1" eaLnBrk="1" hangingPunct="1"/>
            <a:r>
              <a:rPr lang="en-US" altLang="en-US" sz="2200" err="1"/>
              <a:t>Các</a:t>
            </a:r>
            <a:r>
              <a:rPr lang="en-US" altLang="en-US" sz="2200"/>
              <a:t> </a:t>
            </a:r>
            <a:r>
              <a:rPr lang="en-US" altLang="en-US" sz="2200" err="1"/>
              <a:t>phương</a:t>
            </a:r>
            <a:r>
              <a:rPr lang="en-US" altLang="en-US" sz="2200"/>
              <a:t> </a:t>
            </a:r>
            <a:r>
              <a:rPr lang="en-US" altLang="en-US" sz="2200" err="1"/>
              <a:t>pháp</a:t>
            </a:r>
            <a:r>
              <a:rPr lang="en-US" altLang="en-US" sz="2200"/>
              <a:t> </a:t>
            </a:r>
            <a:r>
              <a:rPr lang="en-US" altLang="en-US" sz="2200" err="1"/>
              <a:t>phân</a:t>
            </a:r>
            <a:r>
              <a:rPr lang="en-US" altLang="en-US" sz="2200"/>
              <a:t> </a:t>
            </a:r>
            <a:r>
              <a:rPr lang="en-US" altLang="en-US" sz="2200" err="1"/>
              <a:t>tích</a:t>
            </a:r>
            <a:r>
              <a:rPr lang="en-US" altLang="en-US" sz="2200"/>
              <a:t> </a:t>
            </a:r>
            <a:r>
              <a:rPr lang="en-US" altLang="en-US" sz="2200" err="1"/>
              <a:t>và</a:t>
            </a:r>
            <a:r>
              <a:rPr lang="en-US" altLang="en-US" sz="2200"/>
              <a:t> </a:t>
            </a:r>
            <a:r>
              <a:rPr lang="en-US" altLang="en-US" sz="2200" err="1"/>
              <a:t>thiết</a:t>
            </a:r>
            <a:r>
              <a:rPr lang="en-US" altLang="en-US" sz="2200"/>
              <a:t> </a:t>
            </a:r>
            <a:r>
              <a:rPr lang="en-US" altLang="en-US" sz="2200" err="1"/>
              <a:t>kế</a:t>
            </a:r>
            <a:r>
              <a:rPr lang="en-US" altLang="en-US" sz="2200"/>
              <a:t> </a:t>
            </a:r>
            <a:r>
              <a:rPr lang="en-US" altLang="en-US" sz="2200" err="1"/>
              <a:t>một</a:t>
            </a:r>
            <a:r>
              <a:rPr lang="en-US" altLang="en-US" sz="2200"/>
              <a:t> </a:t>
            </a:r>
            <a:r>
              <a:rPr lang="en-US" altLang="en-US" sz="2200" err="1"/>
              <a:t>chương</a:t>
            </a:r>
            <a:r>
              <a:rPr lang="en-US" altLang="en-US" sz="2200"/>
              <a:t> </a:t>
            </a:r>
            <a:r>
              <a:rPr lang="en-US" altLang="en-US" sz="2200" err="1"/>
              <a:t>trình</a:t>
            </a:r>
            <a:r>
              <a:rPr lang="en-US" altLang="en-US" sz="2200"/>
              <a:t>.</a:t>
            </a:r>
          </a:p>
          <a:p>
            <a:pPr lvl="1" eaLnBrk="1" hangingPunct="1"/>
            <a:r>
              <a:rPr lang="en-US" altLang="en-US" sz="2200" err="1"/>
              <a:t>Các</a:t>
            </a:r>
            <a:r>
              <a:rPr lang="en-US" altLang="en-US" sz="2200"/>
              <a:t> </a:t>
            </a:r>
            <a:r>
              <a:rPr lang="en-US" altLang="en-US" sz="2200" err="1"/>
              <a:t>cấu</a:t>
            </a:r>
            <a:r>
              <a:rPr lang="en-US" altLang="en-US" sz="2200"/>
              <a:t> </a:t>
            </a:r>
            <a:r>
              <a:rPr lang="en-US" altLang="en-US" sz="2200" err="1"/>
              <a:t>trúc</a:t>
            </a:r>
            <a:r>
              <a:rPr lang="en-US" altLang="en-US" sz="2200"/>
              <a:t> </a:t>
            </a:r>
            <a:r>
              <a:rPr lang="en-US" altLang="en-US" sz="2200" err="1"/>
              <a:t>dữ</a:t>
            </a:r>
            <a:r>
              <a:rPr lang="en-US" altLang="en-US" sz="2200"/>
              <a:t> </a:t>
            </a:r>
            <a:r>
              <a:rPr lang="en-US" altLang="en-US" sz="2200" err="1"/>
              <a:t>liệu</a:t>
            </a:r>
            <a:r>
              <a:rPr lang="en-US" altLang="en-US" sz="2200"/>
              <a:t> </a:t>
            </a:r>
            <a:r>
              <a:rPr lang="en-US" altLang="en-US" sz="2200" err="1"/>
              <a:t>và</a:t>
            </a:r>
            <a:r>
              <a:rPr lang="en-US" altLang="en-US" sz="2200"/>
              <a:t> </a:t>
            </a:r>
            <a:r>
              <a:rPr lang="en-US" altLang="en-US" sz="2200" err="1"/>
              <a:t>các</a:t>
            </a:r>
            <a:r>
              <a:rPr lang="en-US" altLang="en-US" sz="2200"/>
              <a:t> </a:t>
            </a:r>
            <a:r>
              <a:rPr lang="en-US" altLang="en-US" sz="2200" err="1"/>
              <a:t>thao</a:t>
            </a:r>
            <a:r>
              <a:rPr lang="en-US" altLang="en-US" sz="2200"/>
              <a:t> </a:t>
            </a:r>
            <a:r>
              <a:rPr lang="en-US" altLang="en-US" sz="2200" err="1"/>
              <a:t>tác</a:t>
            </a:r>
            <a:r>
              <a:rPr lang="en-US" altLang="en-US" sz="2200"/>
              <a:t> </a:t>
            </a:r>
            <a:r>
              <a:rPr lang="en-US" altLang="en-US" sz="2200" err="1"/>
              <a:t>cơ</a:t>
            </a:r>
            <a:r>
              <a:rPr lang="en-US" altLang="en-US" sz="2200"/>
              <a:t> </a:t>
            </a:r>
            <a:r>
              <a:rPr lang="en-US" altLang="en-US" sz="2200" err="1"/>
              <a:t>bản</a:t>
            </a:r>
            <a:r>
              <a:rPr lang="en-US" altLang="en-US" sz="2200"/>
              <a:t> </a:t>
            </a:r>
            <a:r>
              <a:rPr lang="en-US" altLang="en-US" sz="2200" err="1"/>
              <a:t>tương</a:t>
            </a:r>
            <a:r>
              <a:rPr lang="en-US" altLang="en-US" sz="2200"/>
              <a:t> </a:t>
            </a:r>
            <a:r>
              <a:rPr lang="en-US" altLang="en-US" sz="2200" err="1"/>
              <a:t>ứng</a:t>
            </a:r>
            <a:r>
              <a:rPr lang="en-US" altLang="en-US" sz="2200"/>
              <a:t> </a:t>
            </a:r>
          </a:p>
          <a:p>
            <a:pPr lvl="2"/>
            <a:r>
              <a:rPr lang="en-US" altLang="en-US" sz="1800" err="1"/>
              <a:t>Cấu</a:t>
            </a:r>
            <a:r>
              <a:rPr lang="en-US" altLang="en-US" sz="1800"/>
              <a:t> </a:t>
            </a:r>
            <a:r>
              <a:rPr lang="en-US" altLang="en-US" sz="1800" err="1"/>
              <a:t>trúc</a:t>
            </a:r>
            <a:r>
              <a:rPr lang="en-US" altLang="en-US" sz="1800"/>
              <a:t> </a:t>
            </a:r>
            <a:r>
              <a:rPr lang="en-US" altLang="en-US" sz="1800" err="1"/>
              <a:t>tuyến</a:t>
            </a:r>
            <a:r>
              <a:rPr lang="en-US" altLang="en-US" sz="1800"/>
              <a:t> </a:t>
            </a:r>
            <a:r>
              <a:rPr lang="en-US" altLang="en-US" sz="1800" err="1"/>
              <a:t>tính</a:t>
            </a:r>
            <a:r>
              <a:rPr lang="en-US" altLang="en-US" sz="1800"/>
              <a:t>: </a:t>
            </a:r>
            <a:r>
              <a:rPr lang="en-US" altLang="en-US" sz="1800" err="1"/>
              <a:t>mảng</a:t>
            </a:r>
            <a:r>
              <a:rPr lang="en-US" altLang="en-US" sz="1800"/>
              <a:t>, </a:t>
            </a:r>
            <a:r>
              <a:rPr lang="en-US" altLang="en-US" sz="1800" err="1"/>
              <a:t>danh</a:t>
            </a:r>
            <a:r>
              <a:rPr lang="en-US" altLang="en-US" sz="1800"/>
              <a:t> </a:t>
            </a:r>
            <a:r>
              <a:rPr lang="en-US" altLang="en-US" sz="1800" err="1"/>
              <a:t>sách</a:t>
            </a:r>
            <a:endParaRPr lang="en-US" altLang="en-US" sz="1800"/>
          </a:p>
          <a:p>
            <a:pPr lvl="2"/>
            <a:r>
              <a:rPr lang="en-US" altLang="en-US" sz="1800" err="1"/>
              <a:t>Cấu</a:t>
            </a:r>
            <a:r>
              <a:rPr lang="en-US" altLang="en-US" sz="1800"/>
              <a:t> </a:t>
            </a:r>
            <a:r>
              <a:rPr lang="en-US" altLang="en-US" sz="1800" err="1"/>
              <a:t>trúc</a:t>
            </a:r>
            <a:r>
              <a:rPr lang="en-US" altLang="en-US" sz="1800"/>
              <a:t> phi </a:t>
            </a:r>
            <a:r>
              <a:rPr lang="en-US" altLang="en-US" sz="1800" err="1"/>
              <a:t>tuyến</a:t>
            </a:r>
            <a:r>
              <a:rPr lang="en-US" altLang="en-US" sz="1800"/>
              <a:t>: </a:t>
            </a:r>
            <a:r>
              <a:rPr lang="en-US" altLang="en-US" sz="1800" err="1"/>
              <a:t>cây</a:t>
            </a:r>
            <a:r>
              <a:rPr lang="en-US" altLang="en-US" sz="1800"/>
              <a:t>, </a:t>
            </a:r>
            <a:r>
              <a:rPr lang="en-US" altLang="en-US" sz="1800" err="1"/>
              <a:t>đồ</a:t>
            </a:r>
            <a:r>
              <a:rPr lang="en-US" altLang="en-US" sz="1800"/>
              <a:t> </a:t>
            </a:r>
            <a:r>
              <a:rPr lang="en-US" altLang="en-US" sz="1800" err="1"/>
              <a:t>thị</a:t>
            </a:r>
            <a:endParaRPr lang="en-US" altLang="en-US" sz="1800"/>
          </a:p>
          <a:p>
            <a:pPr lvl="1" eaLnBrk="1" hangingPunct="1"/>
            <a:r>
              <a:rPr lang="en-US" altLang="en-US" sz="2200" err="1"/>
              <a:t>Các</a:t>
            </a:r>
            <a:r>
              <a:rPr lang="en-US" altLang="en-US" sz="2200"/>
              <a:t> </a:t>
            </a:r>
            <a:r>
              <a:rPr lang="en-US" altLang="en-US" sz="2200" err="1"/>
              <a:t>giải</a:t>
            </a:r>
            <a:r>
              <a:rPr lang="en-US" altLang="en-US" sz="2200"/>
              <a:t> </a:t>
            </a:r>
            <a:r>
              <a:rPr lang="en-US" altLang="en-US" sz="2200" err="1"/>
              <a:t>thuật</a:t>
            </a:r>
            <a:r>
              <a:rPr lang="en-US" altLang="en-US" sz="2200"/>
              <a:t> </a:t>
            </a:r>
          </a:p>
          <a:p>
            <a:pPr lvl="2"/>
            <a:r>
              <a:rPr lang="en-US" altLang="en-US" sz="1900" err="1"/>
              <a:t>Sắp</a:t>
            </a:r>
            <a:r>
              <a:rPr lang="en-US" altLang="en-US" sz="1900"/>
              <a:t> </a:t>
            </a:r>
            <a:r>
              <a:rPr lang="en-US" altLang="en-US" sz="1900" err="1"/>
              <a:t>xếp</a:t>
            </a:r>
            <a:r>
              <a:rPr lang="en-US" altLang="en-US" sz="1900"/>
              <a:t>, </a:t>
            </a:r>
            <a:r>
              <a:rPr lang="en-US" altLang="en-US" sz="1900" err="1"/>
              <a:t>tìm</a:t>
            </a:r>
            <a:r>
              <a:rPr lang="en-US" altLang="en-US" sz="1900"/>
              <a:t> </a:t>
            </a:r>
            <a:r>
              <a:rPr lang="en-US" altLang="en-US" sz="1900" err="1"/>
              <a:t>kiếm</a:t>
            </a:r>
            <a:r>
              <a:rPr lang="en-US" altLang="en-US" sz="1900"/>
              <a:t>, </a:t>
            </a:r>
          </a:p>
          <a:p>
            <a:pPr lvl="2"/>
            <a:r>
              <a:rPr lang="en-US" altLang="en-US" sz="1900" err="1"/>
              <a:t>Giải</a:t>
            </a:r>
            <a:r>
              <a:rPr lang="en-US" altLang="en-US" sz="1900"/>
              <a:t> </a:t>
            </a:r>
            <a:r>
              <a:rPr lang="en-US" altLang="en-US" sz="1900" err="1"/>
              <a:t>thuật</a:t>
            </a:r>
            <a:r>
              <a:rPr lang="en-US" altLang="en-US" sz="1900"/>
              <a:t> </a:t>
            </a:r>
            <a:r>
              <a:rPr lang="en-US" altLang="en-US" sz="1900" err="1"/>
              <a:t>nâng</a:t>
            </a:r>
            <a:r>
              <a:rPr lang="en-US" altLang="en-US" sz="1900"/>
              <a:t> </a:t>
            </a:r>
            <a:r>
              <a:rPr lang="en-US" altLang="en-US" sz="1900" err="1"/>
              <a:t>cao</a:t>
            </a:r>
            <a:r>
              <a:rPr lang="en-US" altLang="en-US" sz="1900"/>
              <a:t> : </a:t>
            </a:r>
            <a:r>
              <a:rPr lang="en-US" altLang="en-US" sz="1900" err="1"/>
              <a:t>đệ</a:t>
            </a:r>
            <a:r>
              <a:rPr lang="en-US" altLang="en-US" sz="1900"/>
              <a:t> </a:t>
            </a:r>
            <a:r>
              <a:rPr lang="en-US" altLang="en-US" sz="1900" err="1"/>
              <a:t>quy</a:t>
            </a:r>
            <a:r>
              <a:rPr lang="en-US" altLang="en-US" sz="1900"/>
              <a:t>, </a:t>
            </a:r>
            <a:r>
              <a:rPr lang="en-US" altLang="en-US" sz="1900" err="1"/>
              <a:t>giải</a:t>
            </a:r>
            <a:r>
              <a:rPr lang="en-US" altLang="en-US" sz="1900"/>
              <a:t> </a:t>
            </a:r>
            <a:r>
              <a:rPr lang="en-US" altLang="en-US" sz="1900" err="1"/>
              <a:t>thuật</a:t>
            </a:r>
            <a:r>
              <a:rPr lang="en-US" altLang="en-US" sz="1900"/>
              <a:t> </a:t>
            </a:r>
            <a:r>
              <a:rPr lang="en-US" altLang="en-US" sz="1900" err="1"/>
              <a:t>trên</a:t>
            </a:r>
            <a:r>
              <a:rPr lang="en-US" altLang="en-US" sz="1900"/>
              <a:t> CTDL </a:t>
            </a:r>
            <a:r>
              <a:rPr lang="en-US" altLang="en-US" sz="1900" err="1"/>
              <a:t>cây</a:t>
            </a:r>
            <a:r>
              <a:rPr lang="en-US" altLang="en-US" sz="1900"/>
              <a:t>, </a:t>
            </a:r>
            <a:r>
              <a:rPr lang="en-US" altLang="en-US" sz="1900" err="1"/>
              <a:t>đồ</a:t>
            </a:r>
            <a:r>
              <a:rPr lang="en-US" altLang="en-US" sz="1900"/>
              <a:t> </a:t>
            </a:r>
            <a:r>
              <a:rPr lang="en-US" altLang="en-US" sz="1900" err="1"/>
              <a:t>thị</a:t>
            </a:r>
            <a:r>
              <a:rPr lang="en-US" altLang="en-US" sz="1900"/>
              <a:t>.</a:t>
            </a:r>
          </a:p>
          <a:p>
            <a:endParaRPr lang="en-US"/>
          </a:p>
        </p:txBody>
      </p:sp>
    </p:spTree>
    <p:extLst>
      <p:ext uri="{BB962C8B-B14F-4D97-AF65-F5344CB8AC3E}">
        <p14:creationId xmlns:p14="http://schemas.microsoft.com/office/powerpoint/2010/main" val="393471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6</a:t>
            </a:fld>
            <a:endParaRPr lang="en-US"/>
          </a:p>
        </p:txBody>
      </p:sp>
      <p:sp>
        <p:nvSpPr>
          <p:cNvPr id="2" name="Title 1"/>
          <p:cNvSpPr>
            <a:spLocks noGrp="1"/>
          </p:cNvSpPr>
          <p:nvPr>
            <p:ph type="title"/>
          </p:nvPr>
        </p:nvSpPr>
        <p:spPr/>
        <p:txBody>
          <a:bodyPr/>
          <a:lstStyle/>
          <a:p>
            <a:r>
              <a:rPr lang="en-US" altLang="en-US" err="1"/>
              <a:t>Ví</a:t>
            </a:r>
            <a:r>
              <a:rPr lang="en-US" altLang="en-US"/>
              <a:t> </a:t>
            </a:r>
            <a:r>
              <a:rPr lang="en-US" altLang="en-US" err="1"/>
              <a:t>dụ</a:t>
            </a:r>
            <a:r>
              <a:rPr lang="en-US" altLang="en-US"/>
              <a:t> minh </a:t>
            </a:r>
            <a:r>
              <a:rPr lang="en-US" altLang="en-US" err="1"/>
              <a:t>họa</a:t>
            </a:r>
            <a:endParaRPr lang="en-US"/>
          </a:p>
        </p:txBody>
      </p:sp>
      <p:sp>
        <p:nvSpPr>
          <p:cNvPr id="3" name="Content Placeholder 2"/>
          <p:cNvSpPr>
            <a:spLocks noGrp="1"/>
          </p:cNvSpPr>
          <p:nvPr>
            <p:ph type="body" sz="quarter" idx="13"/>
          </p:nvPr>
        </p:nvSpPr>
        <p:spPr/>
        <p:txBody>
          <a:bodyPr/>
          <a:lstStyle/>
          <a:p>
            <a:pPr eaLnBrk="1" hangingPunct="1">
              <a:spcBef>
                <a:spcPts val="0"/>
              </a:spcBef>
            </a:pPr>
            <a:r>
              <a:rPr lang="en-US" altLang="en-US" sz="2200" u="sng" err="1"/>
              <a:t>Bài</a:t>
            </a:r>
            <a:r>
              <a:rPr lang="en-US" altLang="en-US" sz="2200" u="sng"/>
              <a:t> </a:t>
            </a:r>
            <a:r>
              <a:rPr lang="en-US" altLang="en-US" sz="2200" u="sng" err="1"/>
              <a:t>toán</a:t>
            </a:r>
            <a:r>
              <a:rPr lang="en-US" altLang="en-US" sz="2200" u="sng"/>
              <a:t>: </a:t>
            </a:r>
            <a:r>
              <a:rPr lang="en-US" altLang="en-US" sz="2200" err="1"/>
              <a:t>Viết</a:t>
            </a:r>
            <a:r>
              <a:rPr lang="en-US" altLang="en-US" sz="2200"/>
              <a:t> </a:t>
            </a:r>
            <a:r>
              <a:rPr lang="en-US" altLang="en-US" sz="2200" err="1"/>
              <a:t>một</a:t>
            </a:r>
            <a:r>
              <a:rPr lang="en-US" altLang="en-US" sz="2200"/>
              <a:t> </a:t>
            </a:r>
            <a:r>
              <a:rPr lang="en-US" altLang="en-US" sz="2200" err="1"/>
              <a:t>chương</a:t>
            </a:r>
            <a:r>
              <a:rPr lang="en-US" altLang="en-US" sz="2200"/>
              <a:t> </a:t>
            </a:r>
            <a:r>
              <a:rPr lang="en-US" altLang="en-US" sz="2200" err="1"/>
              <a:t>trình</a:t>
            </a:r>
            <a:r>
              <a:rPr lang="en-US" altLang="en-US" sz="2200"/>
              <a:t> </a:t>
            </a:r>
            <a:r>
              <a:rPr lang="en-US" altLang="en-US" sz="2200" err="1"/>
              <a:t>quản</a:t>
            </a:r>
            <a:r>
              <a:rPr lang="en-US" altLang="en-US" sz="2200"/>
              <a:t> </a:t>
            </a:r>
            <a:r>
              <a:rPr lang="en-US" altLang="en-US" sz="2200" err="1"/>
              <a:t>lý</a:t>
            </a:r>
            <a:r>
              <a:rPr lang="en-US" altLang="en-US" sz="2200"/>
              <a:t> </a:t>
            </a:r>
            <a:r>
              <a:rPr lang="en-US" altLang="en-US" sz="2200" err="1"/>
              <a:t>sinh</a:t>
            </a:r>
            <a:r>
              <a:rPr lang="en-US" altLang="en-US" sz="2200"/>
              <a:t> </a:t>
            </a:r>
            <a:r>
              <a:rPr lang="en-US" altLang="en-US" sz="2200" err="1"/>
              <a:t>viên</a:t>
            </a:r>
            <a:r>
              <a:rPr lang="en-US" altLang="en-US" sz="2200"/>
              <a:t> </a:t>
            </a:r>
            <a:r>
              <a:rPr lang="en-US" altLang="en-US" sz="2200" err="1"/>
              <a:t>của</a:t>
            </a:r>
            <a:r>
              <a:rPr lang="en-US" altLang="en-US" sz="2200"/>
              <a:t> </a:t>
            </a:r>
            <a:r>
              <a:rPr lang="en-US" altLang="en-US" sz="2200" err="1"/>
              <a:t>một</a:t>
            </a:r>
            <a:r>
              <a:rPr lang="en-US" altLang="en-US" sz="2200"/>
              <a:t> </a:t>
            </a:r>
            <a:r>
              <a:rPr lang="en-US" altLang="en-US" sz="2200" err="1"/>
              <a:t>lớp</a:t>
            </a:r>
            <a:r>
              <a:rPr lang="en-US" altLang="en-US" sz="2200"/>
              <a:t>. </a:t>
            </a:r>
            <a:r>
              <a:rPr lang="en-US" altLang="en-US" sz="2200" err="1"/>
              <a:t>Mỗi</a:t>
            </a:r>
            <a:r>
              <a:rPr lang="en-US" altLang="en-US" sz="2200"/>
              <a:t> </a:t>
            </a:r>
            <a:r>
              <a:rPr lang="en-US" altLang="en-US" sz="2200" err="1"/>
              <a:t>sinh</a:t>
            </a:r>
            <a:r>
              <a:rPr lang="en-US" altLang="en-US" sz="2200"/>
              <a:t> </a:t>
            </a:r>
            <a:r>
              <a:rPr lang="en-US" altLang="en-US" sz="2200" err="1"/>
              <a:t>viên</a:t>
            </a:r>
            <a:r>
              <a:rPr lang="en-US" altLang="en-US" sz="2200"/>
              <a:t> </a:t>
            </a:r>
            <a:r>
              <a:rPr lang="en-US" altLang="en-US" sz="2200" err="1"/>
              <a:t>gồm</a:t>
            </a:r>
            <a:r>
              <a:rPr lang="en-US" altLang="en-US" sz="2200"/>
              <a:t> </a:t>
            </a:r>
            <a:r>
              <a:rPr lang="en-US" altLang="en-US" sz="2200" err="1"/>
              <a:t>các</a:t>
            </a:r>
            <a:r>
              <a:rPr lang="en-US" altLang="en-US" sz="2200"/>
              <a:t> </a:t>
            </a:r>
            <a:r>
              <a:rPr lang="en-US" altLang="en-US" sz="2200" err="1"/>
              <a:t>thuộc</a:t>
            </a:r>
            <a:r>
              <a:rPr lang="en-US" altLang="en-US" sz="2200"/>
              <a:t> </a:t>
            </a:r>
            <a:r>
              <a:rPr lang="en-US" altLang="en-US" sz="2200" err="1"/>
              <a:t>tính</a:t>
            </a:r>
            <a:r>
              <a:rPr lang="en-US" altLang="en-US" sz="2200"/>
              <a:t>: </a:t>
            </a:r>
            <a:r>
              <a:rPr lang="en-US" altLang="en-US" sz="2200" err="1"/>
              <a:t>Mã</a:t>
            </a:r>
            <a:r>
              <a:rPr lang="en-US" altLang="en-US" sz="2200"/>
              <a:t> </a:t>
            </a:r>
            <a:r>
              <a:rPr lang="en-US" altLang="en-US" sz="2200" err="1"/>
              <a:t>số</a:t>
            </a:r>
            <a:r>
              <a:rPr lang="en-US" altLang="en-US" sz="2200"/>
              <a:t>, </a:t>
            </a:r>
            <a:r>
              <a:rPr lang="en-US" altLang="en-US" sz="2200" err="1"/>
              <a:t>Họ</a:t>
            </a:r>
            <a:r>
              <a:rPr lang="en-US" altLang="en-US" sz="2200"/>
              <a:t> </a:t>
            </a:r>
            <a:r>
              <a:rPr lang="en-US" altLang="en-US" sz="2200" err="1"/>
              <a:t>tên</a:t>
            </a:r>
            <a:r>
              <a:rPr lang="en-US" altLang="en-US" sz="2200"/>
              <a:t>, </a:t>
            </a:r>
            <a:r>
              <a:rPr lang="en-US" altLang="en-US" sz="2200" err="1"/>
              <a:t>Ngày</a:t>
            </a:r>
            <a:r>
              <a:rPr lang="en-US" altLang="en-US" sz="2200"/>
              <a:t> </a:t>
            </a:r>
            <a:r>
              <a:rPr lang="en-US" altLang="en-US" sz="2200" err="1"/>
              <a:t>sinh</a:t>
            </a:r>
            <a:r>
              <a:rPr lang="en-US" altLang="en-US" sz="2200"/>
              <a:t>, </a:t>
            </a:r>
            <a:r>
              <a:rPr lang="en-US" altLang="en-US" sz="2200" err="1"/>
              <a:t>Địa</a:t>
            </a:r>
            <a:r>
              <a:rPr lang="en-US" altLang="en-US" sz="2200"/>
              <a:t> </a:t>
            </a:r>
            <a:r>
              <a:rPr lang="en-US" altLang="en-US" sz="2200" err="1"/>
              <a:t>chỉ</a:t>
            </a:r>
            <a:r>
              <a:rPr lang="en-US" altLang="en-US" sz="2200"/>
              <a:t>, </a:t>
            </a:r>
            <a:r>
              <a:rPr lang="en-US" altLang="en-US" sz="2200" err="1"/>
              <a:t>Tên</a:t>
            </a:r>
            <a:r>
              <a:rPr lang="en-US" altLang="en-US" sz="2200"/>
              <a:t> </a:t>
            </a:r>
            <a:r>
              <a:rPr lang="en-US" altLang="en-US" sz="2200" err="1"/>
              <a:t>lớp</a:t>
            </a:r>
            <a:r>
              <a:rPr lang="en-US" altLang="en-US" sz="2200"/>
              <a:t>, </a:t>
            </a:r>
            <a:r>
              <a:rPr lang="en-US" altLang="en-US" sz="2200" err="1"/>
              <a:t>Môn</a:t>
            </a:r>
            <a:r>
              <a:rPr lang="en-US" altLang="en-US" sz="2200"/>
              <a:t> </a:t>
            </a:r>
            <a:r>
              <a:rPr lang="en-US" altLang="en-US" sz="2200" err="1"/>
              <a:t>thi</a:t>
            </a:r>
            <a:r>
              <a:rPr lang="en-US" altLang="en-US" sz="2200"/>
              <a:t>, </a:t>
            </a:r>
            <a:r>
              <a:rPr lang="en-US" altLang="en-US" sz="2200" err="1"/>
              <a:t>Điểm</a:t>
            </a:r>
            <a:r>
              <a:rPr lang="en-US" altLang="en-US" sz="2200"/>
              <a:t> </a:t>
            </a:r>
            <a:r>
              <a:rPr lang="en-US" altLang="en-US" sz="2200" err="1"/>
              <a:t>thi</a:t>
            </a:r>
            <a:r>
              <a:rPr lang="en-US" altLang="en-US" sz="2200"/>
              <a:t>. </a:t>
            </a:r>
          </a:p>
          <a:p>
            <a:pPr eaLnBrk="1" hangingPunct="1">
              <a:spcBef>
                <a:spcPts val="0"/>
              </a:spcBef>
            </a:pPr>
            <a:endParaRPr lang="en-US" altLang="en-US" sz="2200"/>
          </a:p>
          <a:p>
            <a:pPr marL="0" indent="0" eaLnBrk="1" hangingPunct="1">
              <a:spcBef>
                <a:spcPts val="0"/>
              </a:spcBef>
              <a:buNone/>
            </a:pPr>
            <a:r>
              <a:rPr lang="en-US" altLang="en-US" sz="2200"/>
              <a:t>   </a:t>
            </a:r>
            <a:r>
              <a:rPr lang="en-US" altLang="en-US" sz="2200" err="1"/>
              <a:t>Chương</a:t>
            </a:r>
            <a:r>
              <a:rPr lang="en-US" altLang="en-US" sz="2200"/>
              <a:t> </a:t>
            </a:r>
            <a:r>
              <a:rPr lang="en-US" altLang="en-US" sz="2200" err="1"/>
              <a:t>trình</a:t>
            </a:r>
            <a:r>
              <a:rPr lang="en-US" altLang="en-US" sz="2200"/>
              <a:t> </a:t>
            </a:r>
            <a:r>
              <a:rPr lang="en-US" altLang="en-US" sz="2200" err="1"/>
              <a:t>cần</a:t>
            </a:r>
            <a:r>
              <a:rPr lang="en-US" altLang="en-US" sz="2200"/>
              <a:t> </a:t>
            </a:r>
            <a:r>
              <a:rPr lang="en-US" altLang="en-US" sz="2200" err="1"/>
              <a:t>thực</a:t>
            </a:r>
            <a:r>
              <a:rPr lang="en-US" altLang="en-US" sz="2200"/>
              <a:t> </a:t>
            </a:r>
            <a:r>
              <a:rPr lang="en-US" altLang="en-US" sz="2200" err="1"/>
              <a:t>hiện</a:t>
            </a:r>
            <a:r>
              <a:rPr lang="en-US" altLang="en-US" sz="2200"/>
              <a:t> </a:t>
            </a:r>
            <a:r>
              <a:rPr lang="en-US" altLang="en-US" sz="2200" err="1"/>
              <a:t>các</a:t>
            </a:r>
            <a:r>
              <a:rPr lang="en-US" altLang="en-US" sz="2200"/>
              <a:t> </a:t>
            </a:r>
            <a:r>
              <a:rPr lang="en-US" altLang="en-US" sz="2200" err="1"/>
              <a:t>công</a:t>
            </a:r>
            <a:r>
              <a:rPr lang="en-US" altLang="en-US" sz="2200"/>
              <a:t> </a:t>
            </a:r>
            <a:r>
              <a:rPr lang="en-US" altLang="en-US" sz="2200" err="1"/>
              <a:t>việc</a:t>
            </a:r>
            <a:r>
              <a:rPr lang="en-US" altLang="en-US" sz="2200"/>
              <a:t> </a:t>
            </a:r>
            <a:r>
              <a:rPr lang="en-US" altLang="en-US" sz="2200" err="1"/>
              <a:t>sau</a:t>
            </a:r>
            <a:r>
              <a:rPr lang="en-US" altLang="en-US" sz="2200"/>
              <a:t>:</a:t>
            </a:r>
          </a:p>
          <a:p>
            <a:pPr lvl="1" eaLnBrk="1" hangingPunct="1">
              <a:spcBef>
                <a:spcPts val="0"/>
              </a:spcBef>
            </a:pPr>
            <a:r>
              <a:rPr lang="en-US" altLang="en-US" sz="2200" err="1"/>
              <a:t>Cập</a:t>
            </a:r>
            <a:r>
              <a:rPr lang="en-US" altLang="en-US" sz="2200"/>
              <a:t> </a:t>
            </a:r>
            <a:r>
              <a:rPr lang="en-US" altLang="en-US" sz="2200" err="1"/>
              <a:t>nhật</a:t>
            </a:r>
            <a:r>
              <a:rPr lang="en-US" altLang="en-US" sz="2200"/>
              <a:t> </a:t>
            </a:r>
            <a:r>
              <a:rPr lang="en-US" altLang="en-US" sz="2200" err="1"/>
              <a:t>thông</a:t>
            </a:r>
            <a:r>
              <a:rPr lang="en-US" altLang="en-US" sz="2200"/>
              <a:t> tin </a:t>
            </a:r>
            <a:r>
              <a:rPr lang="en-US" altLang="en-US" sz="2200" err="1"/>
              <a:t>cho</a:t>
            </a:r>
            <a:r>
              <a:rPr lang="en-US" altLang="en-US" sz="2200"/>
              <a:t> </a:t>
            </a:r>
            <a:r>
              <a:rPr lang="en-US" altLang="en-US" sz="2200" err="1"/>
              <a:t>từng</a:t>
            </a:r>
            <a:r>
              <a:rPr lang="en-US" altLang="en-US" sz="2200"/>
              <a:t> </a:t>
            </a:r>
            <a:r>
              <a:rPr lang="en-US" altLang="en-US" sz="2200" err="1"/>
              <a:t>sinh</a:t>
            </a:r>
            <a:r>
              <a:rPr lang="en-US" altLang="en-US" sz="2200"/>
              <a:t> </a:t>
            </a:r>
            <a:r>
              <a:rPr lang="en-US" altLang="en-US" sz="2200" err="1"/>
              <a:t>viên</a:t>
            </a:r>
            <a:r>
              <a:rPr lang="en-US" altLang="en-US" sz="2200"/>
              <a:t> </a:t>
            </a:r>
            <a:r>
              <a:rPr lang="en-US" altLang="en-US" sz="2200" err="1"/>
              <a:t>trong</a:t>
            </a:r>
            <a:r>
              <a:rPr lang="en-US" altLang="en-US" sz="2200"/>
              <a:t> </a:t>
            </a:r>
            <a:r>
              <a:rPr lang="en-US" altLang="en-US" sz="2200" err="1"/>
              <a:t>lớp</a:t>
            </a:r>
            <a:r>
              <a:rPr lang="en-US" altLang="en-US" sz="2200"/>
              <a:t>: </a:t>
            </a:r>
            <a:r>
              <a:rPr lang="en-US" altLang="en-US" sz="2200" err="1"/>
              <a:t>bổ</a:t>
            </a:r>
            <a:r>
              <a:rPr lang="en-US" altLang="en-US" sz="2200"/>
              <a:t> sung, </a:t>
            </a:r>
            <a:r>
              <a:rPr lang="en-US" altLang="en-US" sz="2200" err="1"/>
              <a:t>loại</a:t>
            </a:r>
            <a:r>
              <a:rPr lang="en-US" altLang="en-US" sz="2200"/>
              <a:t> </a:t>
            </a:r>
            <a:r>
              <a:rPr lang="en-US" altLang="en-US" sz="2200" err="1"/>
              <a:t>bỏ</a:t>
            </a:r>
            <a:r>
              <a:rPr lang="en-US" altLang="en-US" sz="2200"/>
              <a:t>, hay </a:t>
            </a:r>
            <a:r>
              <a:rPr lang="en-US" altLang="en-US" sz="2200" err="1"/>
              <a:t>cập</a:t>
            </a:r>
            <a:r>
              <a:rPr lang="en-US" altLang="en-US" sz="2200"/>
              <a:t> </a:t>
            </a:r>
            <a:r>
              <a:rPr lang="en-US" altLang="en-US" sz="2200" err="1"/>
              <a:t>nhật</a:t>
            </a:r>
            <a:r>
              <a:rPr lang="en-US" altLang="en-US" sz="2200"/>
              <a:t> </a:t>
            </a:r>
            <a:r>
              <a:rPr lang="en-US" altLang="en-US" sz="2200" err="1"/>
              <a:t>các</a:t>
            </a:r>
            <a:r>
              <a:rPr lang="en-US" altLang="en-US" sz="2200"/>
              <a:t> </a:t>
            </a:r>
            <a:r>
              <a:rPr lang="en-US" altLang="en-US" sz="2200" err="1"/>
              <a:t>thuộc</a:t>
            </a:r>
            <a:r>
              <a:rPr lang="en-US" altLang="en-US" sz="2200"/>
              <a:t> </a:t>
            </a:r>
            <a:r>
              <a:rPr lang="en-US" altLang="en-US" sz="2200" err="1"/>
              <a:t>tính</a:t>
            </a:r>
            <a:endParaRPr lang="en-US" altLang="en-US" sz="2200"/>
          </a:p>
          <a:p>
            <a:pPr lvl="1" eaLnBrk="1" hangingPunct="1">
              <a:spcBef>
                <a:spcPts val="0"/>
              </a:spcBef>
            </a:pPr>
            <a:r>
              <a:rPr lang="en-US" altLang="en-US" sz="2200" err="1"/>
              <a:t>Sắp</a:t>
            </a:r>
            <a:r>
              <a:rPr lang="en-US" altLang="en-US" sz="2200"/>
              <a:t> </a:t>
            </a:r>
            <a:r>
              <a:rPr lang="en-US" altLang="en-US" sz="2200" err="1"/>
              <a:t>xếp</a:t>
            </a:r>
            <a:r>
              <a:rPr lang="en-US" altLang="en-US" sz="2200"/>
              <a:t> </a:t>
            </a:r>
            <a:r>
              <a:rPr lang="en-US" altLang="en-US" sz="2200" err="1"/>
              <a:t>sinh</a:t>
            </a:r>
            <a:r>
              <a:rPr lang="en-US" altLang="en-US" sz="2200"/>
              <a:t> </a:t>
            </a:r>
            <a:r>
              <a:rPr lang="en-US" altLang="en-US" sz="2200" err="1"/>
              <a:t>viên</a:t>
            </a:r>
            <a:r>
              <a:rPr lang="en-US" altLang="en-US" sz="2200"/>
              <a:t> </a:t>
            </a:r>
            <a:r>
              <a:rPr lang="en-US" altLang="en-US" sz="2200" err="1"/>
              <a:t>trong</a:t>
            </a:r>
            <a:r>
              <a:rPr lang="en-US" altLang="en-US" sz="2200"/>
              <a:t> </a:t>
            </a:r>
            <a:r>
              <a:rPr lang="en-US" altLang="en-US" sz="2200" err="1"/>
              <a:t>lớp</a:t>
            </a:r>
            <a:r>
              <a:rPr lang="en-US" altLang="en-US" sz="2200"/>
              <a:t> </a:t>
            </a:r>
            <a:r>
              <a:rPr lang="en-US" altLang="en-US" sz="2200" err="1"/>
              <a:t>theo</a:t>
            </a:r>
            <a:r>
              <a:rPr lang="en-US" altLang="en-US" sz="2200"/>
              <a:t> </a:t>
            </a:r>
            <a:r>
              <a:rPr lang="en-US" altLang="en-US" sz="2200" err="1"/>
              <a:t>một</a:t>
            </a:r>
            <a:r>
              <a:rPr lang="en-US" altLang="en-US" sz="2200"/>
              <a:t> </a:t>
            </a:r>
            <a:r>
              <a:rPr lang="en-US" altLang="en-US" sz="2200" err="1"/>
              <a:t>trật</a:t>
            </a:r>
            <a:r>
              <a:rPr lang="en-US" altLang="en-US" sz="2200"/>
              <a:t> </a:t>
            </a:r>
            <a:r>
              <a:rPr lang="en-US" altLang="en-US" sz="2200" err="1"/>
              <a:t>tự</a:t>
            </a:r>
            <a:r>
              <a:rPr lang="en-US" altLang="en-US" sz="2200"/>
              <a:t> </a:t>
            </a:r>
            <a:r>
              <a:rPr lang="en-US" altLang="en-US" sz="2200" err="1"/>
              <a:t>nhất</a:t>
            </a:r>
            <a:r>
              <a:rPr lang="en-US" altLang="en-US" sz="2200"/>
              <a:t> </a:t>
            </a:r>
            <a:r>
              <a:rPr lang="en-US" altLang="en-US" sz="2200" err="1"/>
              <a:t>định</a:t>
            </a:r>
            <a:endParaRPr lang="en-US" altLang="en-US" sz="2200"/>
          </a:p>
          <a:p>
            <a:pPr lvl="1" eaLnBrk="1" hangingPunct="1">
              <a:spcBef>
                <a:spcPts val="0"/>
              </a:spcBef>
            </a:pPr>
            <a:r>
              <a:rPr lang="en-US" altLang="en-US" sz="2200" err="1"/>
              <a:t>Tìm</a:t>
            </a:r>
            <a:r>
              <a:rPr lang="en-US" altLang="en-US" sz="2200"/>
              <a:t> </a:t>
            </a:r>
            <a:r>
              <a:rPr lang="en-US" altLang="en-US" sz="2200" err="1"/>
              <a:t>kiếm</a:t>
            </a:r>
            <a:r>
              <a:rPr lang="en-US" altLang="en-US" sz="2200"/>
              <a:t> </a:t>
            </a:r>
            <a:r>
              <a:rPr lang="en-US" altLang="en-US" sz="2200" err="1"/>
              <a:t>một</a:t>
            </a:r>
            <a:r>
              <a:rPr lang="en-US" altLang="en-US" sz="2200"/>
              <a:t> </a:t>
            </a:r>
            <a:r>
              <a:rPr lang="en-US" altLang="en-US" sz="2200" err="1"/>
              <a:t>sinh</a:t>
            </a:r>
            <a:r>
              <a:rPr lang="en-US" altLang="en-US" sz="2200"/>
              <a:t> </a:t>
            </a:r>
            <a:r>
              <a:rPr lang="en-US" altLang="en-US" sz="2200" err="1"/>
              <a:t>viên</a:t>
            </a:r>
            <a:r>
              <a:rPr lang="en-US" altLang="en-US" sz="2200"/>
              <a:t> </a:t>
            </a:r>
            <a:r>
              <a:rPr lang="en-US" altLang="en-US" sz="2200" err="1"/>
              <a:t>theo</a:t>
            </a:r>
            <a:r>
              <a:rPr lang="en-US" altLang="en-US" sz="2200"/>
              <a:t> </a:t>
            </a:r>
            <a:r>
              <a:rPr lang="en-US" altLang="en-US" sz="2200" err="1"/>
              <a:t>một</a:t>
            </a:r>
            <a:r>
              <a:rPr lang="en-US" altLang="en-US" sz="2200"/>
              <a:t> </a:t>
            </a:r>
            <a:r>
              <a:rPr lang="en-US" altLang="en-US" sz="2200" err="1"/>
              <a:t>tiêu</a:t>
            </a:r>
            <a:r>
              <a:rPr lang="en-US" altLang="en-US" sz="2200"/>
              <a:t> </a:t>
            </a:r>
            <a:r>
              <a:rPr lang="en-US" altLang="en-US" sz="2200" err="1"/>
              <a:t>chuẩn</a:t>
            </a:r>
            <a:r>
              <a:rPr lang="en-US" altLang="en-US" sz="2200"/>
              <a:t> </a:t>
            </a:r>
            <a:r>
              <a:rPr lang="en-US" altLang="en-US" sz="2200" err="1"/>
              <a:t>nào</a:t>
            </a:r>
            <a:r>
              <a:rPr lang="en-US" altLang="en-US" sz="2200"/>
              <a:t> </a:t>
            </a:r>
            <a:r>
              <a:rPr lang="en-US" altLang="en-US" sz="2200" err="1"/>
              <a:t>đó</a:t>
            </a:r>
            <a:endParaRPr lang="en-US" altLang="en-US" sz="2200"/>
          </a:p>
          <a:p>
            <a:pPr lvl="1" eaLnBrk="1" hangingPunct="1">
              <a:spcBef>
                <a:spcPts val="0"/>
              </a:spcBef>
            </a:pPr>
            <a:r>
              <a:rPr lang="en-US" altLang="en-US" sz="2200"/>
              <a:t>In </a:t>
            </a:r>
            <a:r>
              <a:rPr lang="en-US" altLang="en-US" sz="2200" err="1"/>
              <a:t>thông</a:t>
            </a:r>
            <a:r>
              <a:rPr lang="en-US" altLang="en-US" sz="2200"/>
              <a:t> tin </a:t>
            </a:r>
            <a:r>
              <a:rPr lang="en-US" altLang="en-US" sz="2200" err="1"/>
              <a:t>các</a:t>
            </a:r>
            <a:r>
              <a:rPr lang="en-US" altLang="en-US" sz="2200"/>
              <a:t> </a:t>
            </a:r>
            <a:r>
              <a:rPr lang="en-US" altLang="en-US" sz="2200" err="1"/>
              <a:t>sinh</a:t>
            </a:r>
            <a:r>
              <a:rPr lang="en-US" altLang="en-US" sz="2200"/>
              <a:t> </a:t>
            </a:r>
            <a:r>
              <a:rPr lang="en-US" altLang="en-US" sz="2200" err="1"/>
              <a:t>viên</a:t>
            </a:r>
            <a:r>
              <a:rPr lang="en-US" altLang="en-US" sz="2200"/>
              <a:t> </a:t>
            </a:r>
            <a:r>
              <a:rPr lang="en-US" altLang="en-US" sz="2200" err="1"/>
              <a:t>trong</a:t>
            </a:r>
            <a:r>
              <a:rPr lang="en-US" altLang="en-US" sz="2200"/>
              <a:t> </a:t>
            </a:r>
            <a:r>
              <a:rPr lang="en-US" altLang="en-US" sz="2200" err="1"/>
              <a:t>lớp</a:t>
            </a:r>
            <a:endParaRPr lang="en-US" altLang="en-US" sz="2200"/>
          </a:p>
          <a:p>
            <a:pPr lvl="1" eaLnBrk="1" hangingPunct="1">
              <a:spcBef>
                <a:spcPts val="0"/>
              </a:spcBef>
            </a:pPr>
            <a:r>
              <a:rPr lang="en-US" altLang="en-US" sz="2200"/>
              <a:t>….</a:t>
            </a:r>
          </a:p>
          <a:p>
            <a:endParaRPr lang="en-US"/>
          </a:p>
        </p:txBody>
      </p:sp>
    </p:spTree>
    <p:extLst>
      <p:ext uri="{BB962C8B-B14F-4D97-AF65-F5344CB8AC3E}">
        <p14:creationId xmlns:p14="http://schemas.microsoft.com/office/powerpoint/2010/main" val="523684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7</a:t>
            </a:fld>
            <a:endParaRPr lang="en-US"/>
          </a:p>
        </p:txBody>
      </p:sp>
      <p:sp>
        <p:nvSpPr>
          <p:cNvPr id="2" name="Title 1"/>
          <p:cNvSpPr>
            <a:spLocks noGrp="1"/>
          </p:cNvSpPr>
          <p:nvPr>
            <p:ph type="title"/>
          </p:nvPr>
        </p:nvSpPr>
        <p:spPr/>
        <p:txBody>
          <a:bodyPr/>
          <a:lstStyle/>
          <a:p>
            <a:r>
              <a:rPr lang="en-US" altLang="en-US" err="1"/>
              <a:t>Ví</a:t>
            </a:r>
            <a:r>
              <a:rPr lang="en-US" altLang="en-US"/>
              <a:t> </a:t>
            </a:r>
            <a:r>
              <a:rPr lang="en-US" altLang="en-US" err="1"/>
              <a:t>dụ</a:t>
            </a:r>
            <a:r>
              <a:rPr lang="en-US" altLang="en-US"/>
              <a:t> minh </a:t>
            </a:r>
            <a:r>
              <a:rPr lang="en-US" altLang="en-US" err="1"/>
              <a:t>họa</a:t>
            </a:r>
            <a:endParaRPr lang="en-US"/>
          </a:p>
        </p:txBody>
      </p:sp>
      <p:sp>
        <p:nvSpPr>
          <p:cNvPr id="3" name="Content Placeholder 2"/>
          <p:cNvSpPr>
            <a:spLocks noGrp="1"/>
          </p:cNvSpPr>
          <p:nvPr>
            <p:ph type="body" sz="quarter" idx="13"/>
          </p:nvPr>
        </p:nvSpPr>
        <p:spPr/>
        <p:txBody>
          <a:bodyPr>
            <a:normAutofit/>
          </a:bodyPr>
          <a:lstStyle/>
          <a:p>
            <a:pPr eaLnBrk="1" hangingPunct="1"/>
            <a:r>
              <a:rPr lang="en-US" altLang="en-US" sz="2200" u="sng" err="1"/>
              <a:t>Phân</a:t>
            </a:r>
            <a:r>
              <a:rPr lang="en-US" altLang="en-US" sz="2200" u="sng"/>
              <a:t> </a:t>
            </a:r>
            <a:r>
              <a:rPr lang="en-US" altLang="en-US" sz="2200" u="sng" err="1"/>
              <a:t>tích</a:t>
            </a:r>
            <a:r>
              <a:rPr lang="en-US" altLang="en-US" sz="2200" u="sng"/>
              <a:t> </a:t>
            </a:r>
            <a:r>
              <a:rPr lang="en-US" altLang="en-US" sz="2200" u="sng" err="1"/>
              <a:t>yêu</a:t>
            </a:r>
            <a:r>
              <a:rPr lang="en-US" altLang="en-US" sz="2200" u="sng"/>
              <a:t> </a:t>
            </a:r>
            <a:r>
              <a:rPr lang="en-US" altLang="en-US" sz="2200" u="sng" err="1"/>
              <a:t>cầu</a:t>
            </a:r>
            <a:r>
              <a:rPr lang="en-US" altLang="en-US" sz="2200"/>
              <a:t>: </a:t>
            </a:r>
          </a:p>
          <a:p>
            <a:pPr lvl="1"/>
            <a:r>
              <a:rPr lang="en-US" altLang="en-US" sz="2200"/>
              <a:t>2 </a:t>
            </a:r>
            <a:r>
              <a:rPr lang="en-US" altLang="en-US" sz="2200" err="1"/>
              <a:t>nhiệm</a:t>
            </a:r>
            <a:r>
              <a:rPr lang="en-US" altLang="en-US" sz="2200"/>
              <a:t> </a:t>
            </a:r>
            <a:r>
              <a:rPr lang="en-US" altLang="en-US" sz="2200" err="1"/>
              <a:t>vụ</a:t>
            </a:r>
            <a:r>
              <a:rPr lang="en-US" altLang="en-US" sz="2200"/>
              <a:t> </a:t>
            </a:r>
            <a:r>
              <a:rPr lang="en-US" altLang="en-US" sz="2200" err="1"/>
              <a:t>chính</a:t>
            </a:r>
            <a:r>
              <a:rPr lang="en-US" altLang="en-US" sz="2200"/>
              <a:t> </a:t>
            </a:r>
            <a:r>
              <a:rPr lang="en-US" altLang="en-US" sz="2200" err="1"/>
              <a:t>trước</a:t>
            </a:r>
            <a:r>
              <a:rPr lang="en-US" altLang="en-US" sz="2200"/>
              <a:t> </a:t>
            </a:r>
            <a:r>
              <a:rPr lang="en-US" altLang="en-US" sz="2200" err="1"/>
              <a:t>khi</a:t>
            </a:r>
            <a:r>
              <a:rPr lang="en-US" altLang="en-US" sz="2200"/>
              <a:t> </a:t>
            </a:r>
            <a:r>
              <a:rPr lang="en-US" altLang="en-US" sz="2200" err="1"/>
              <a:t>xây</a:t>
            </a:r>
            <a:r>
              <a:rPr lang="en-US" altLang="en-US" sz="2200"/>
              <a:t> </a:t>
            </a:r>
            <a:r>
              <a:rPr lang="en-US" altLang="en-US" sz="2200" err="1"/>
              <a:t>dựng</a:t>
            </a:r>
            <a:r>
              <a:rPr lang="en-US" altLang="en-US" sz="2200"/>
              <a:t> </a:t>
            </a:r>
            <a:r>
              <a:rPr lang="en-US" altLang="en-US" sz="2200" err="1"/>
              <a:t>được</a:t>
            </a:r>
            <a:r>
              <a:rPr lang="en-US" altLang="en-US" sz="2200"/>
              <a:t> </a:t>
            </a:r>
            <a:r>
              <a:rPr lang="en-US" altLang="en-US" sz="2200" err="1"/>
              <a:t>chương</a:t>
            </a:r>
            <a:r>
              <a:rPr lang="en-US" altLang="en-US" sz="2200"/>
              <a:t> </a:t>
            </a:r>
            <a:r>
              <a:rPr lang="en-US" altLang="en-US" sz="2200" err="1"/>
              <a:t>trình</a:t>
            </a:r>
            <a:r>
              <a:rPr lang="en-US" altLang="en-US" sz="2200"/>
              <a:t>:</a:t>
            </a:r>
          </a:p>
          <a:p>
            <a:pPr lvl="1" eaLnBrk="1" hangingPunct="1"/>
            <a:r>
              <a:rPr lang="en-US" altLang="en-US" sz="2200" err="1"/>
              <a:t>Nắm</a:t>
            </a:r>
            <a:r>
              <a:rPr lang="en-US" altLang="en-US" sz="2200"/>
              <a:t> </a:t>
            </a:r>
            <a:r>
              <a:rPr lang="en-US" altLang="en-US" sz="2200" err="1"/>
              <a:t>được</a:t>
            </a:r>
            <a:r>
              <a:rPr lang="en-US" altLang="en-US" sz="2200"/>
              <a:t> </a:t>
            </a:r>
            <a:r>
              <a:rPr lang="en-US" altLang="en-US" sz="2200" err="1"/>
              <a:t>cách</a:t>
            </a:r>
            <a:r>
              <a:rPr lang="en-US" altLang="en-US" sz="2200"/>
              <a:t> </a:t>
            </a:r>
            <a:r>
              <a:rPr lang="en-US" altLang="en-US" sz="2200" err="1"/>
              <a:t>tổ</a:t>
            </a:r>
            <a:r>
              <a:rPr lang="en-US" altLang="en-US" sz="2200"/>
              <a:t> </a:t>
            </a:r>
            <a:r>
              <a:rPr lang="en-US" altLang="en-US" sz="2200" err="1"/>
              <a:t>chức</a:t>
            </a:r>
            <a:r>
              <a:rPr lang="en-US" altLang="en-US" sz="2200"/>
              <a:t> </a:t>
            </a:r>
            <a:r>
              <a:rPr lang="en-US" altLang="en-US" sz="2200" err="1"/>
              <a:t>và</a:t>
            </a:r>
            <a:r>
              <a:rPr lang="en-US" altLang="en-US" sz="2200"/>
              <a:t> </a:t>
            </a:r>
            <a:r>
              <a:rPr lang="en-US" altLang="en-US" sz="2200" err="1"/>
              <a:t>cài</a:t>
            </a:r>
            <a:r>
              <a:rPr lang="en-US" altLang="en-US" sz="2200"/>
              <a:t> </a:t>
            </a:r>
            <a:r>
              <a:rPr lang="en-US" altLang="en-US" sz="2200" err="1"/>
              <a:t>đặt</a:t>
            </a:r>
            <a:r>
              <a:rPr lang="en-US" altLang="en-US" sz="2200"/>
              <a:t> </a:t>
            </a:r>
            <a:r>
              <a:rPr lang="en-US" altLang="en-US" sz="2200" err="1"/>
              <a:t>cấu</a:t>
            </a:r>
            <a:r>
              <a:rPr lang="en-US" altLang="en-US" sz="2200"/>
              <a:t> </a:t>
            </a:r>
            <a:r>
              <a:rPr lang="en-US" altLang="en-US" sz="2200" err="1"/>
              <a:t>trúc</a:t>
            </a:r>
            <a:r>
              <a:rPr lang="en-US" altLang="en-US" sz="2200"/>
              <a:t> </a:t>
            </a:r>
            <a:r>
              <a:rPr lang="en-US" altLang="en-US" sz="2200" err="1"/>
              <a:t>dữ</a:t>
            </a:r>
            <a:r>
              <a:rPr lang="en-US" altLang="en-US" sz="2200"/>
              <a:t> </a:t>
            </a:r>
            <a:r>
              <a:rPr lang="en-US" altLang="en-US" sz="2200" err="1"/>
              <a:t>liệu</a:t>
            </a:r>
            <a:r>
              <a:rPr lang="en-US" altLang="en-US" sz="2200"/>
              <a:t> </a:t>
            </a:r>
            <a:r>
              <a:rPr lang="en-US" altLang="en-US" sz="2200" err="1"/>
              <a:t>biểu</a:t>
            </a:r>
            <a:r>
              <a:rPr lang="en-US" altLang="en-US" sz="2200"/>
              <a:t> </a:t>
            </a:r>
            <a:r>
              <a:rPr lang="en-US" altLang="en-US" sz="2200" err="1"/>
              <a:t>diễn</a:t>
            </a:r>
            <a:r>
              <a:rPr lang="en-US" altLang="en-US" sz="2200"/>
              <a:t> </a:t>
            </a:r>
            <a:r>
              <a:rPr lang="en-US" altLang="en-US" sz="2200" err="1"/>
              <a:t>cho</a:t>
            </a:r>
            <a:r>
              <a:rPr lang="en-US" altLang="en-US" sz="2200"/>
              <a:t> </a:t>
            </a:r>
            <a:r>
              <a:rPr lang="en-US" altLang="en-US" sz="2200" i="1" err="1"/>
              <a:t>sinh</a:t>
            </a:r>
            <a:r>
              <a:rPr lang="en-US" altLang="en-US" sz="2200" i="1"/>
              <a:t> </a:t>
            </a:r>
            <a:r>
              <a:rPr lang="en-US" altLang="en-US" sz="2200" i="1" err="1"/>
              <a:t>viên</a:t>
            </a:r>
            <a:r>
              <a:rPr lang="en-US" altLang="en-US" sz="2200"/>
              <a:t> </a:t>
            </a:r>
            <a:r>
              <a:rPr lang="en-US" altLang="en-US" sz="2200" err="1"/>
              <a:t>và</a:t>
            </a:r>
            <a:r>
              <a:rPr lang="en-US" altLang="en-US" sz="2200"/>
              <a:t> </a:t>
            </a:r>
            <a:r>
              <a:rPr lang="en-US" altLang="en-US" sz="2200" i="1" err="1"/>
              <a:t>lớp</a:t>
            </a:r>
            <a:r>
              <a:rPr lang="en-US" altLang="en-US" sz="2200"/>
              <a:t> </a:t>
            </a:r>
            <a:br>
              <a:rPr lang="en-US" altLang="en-US" sz="2200"/>
            </a:br>
            <a:r>
              <a:rPr lang="en-US" altLang="en-US" sz="2200"/>
              <a:t>	</a:t>
            </a:r>
            <a:r>
              <a:rPr lang="en-US" altLang="en-US" sz="2200">
                <a:sym typeface="Wingdings" panose="05000000000000000000" pitchFamily="2" charset="2"/>
              </a:rPr>
              <a:t> </a:t>
            </a:r>
            <a:r>
              <a:rPr lang="en-US" altLang="en-US" sz="2200" b="1" err="1">
                <a:sym typeface="Wingdings" panose="05000000000000000000" pitchFamily="2" charset="2"/>
              </a:rPr>
              <a:t>cần</a:t>
            </a:r>
            <a:r>
              <a:rPr lang="en-US" altLang="en-US" sz="2200" b="1">
                <a:sym typeface="Wingdings" panose="05000000000000000000" pitchFamily="2" charset="2"/>
              </a:rPr>
              <a:t> </a:t>
            </a:r>
            <a:r>
              <a:rPr lang="en-US" altLang="en-US" sz="2200" b="1" err="1">
                <a:sym typeface="Wingdings" panose="05000000000000000000" pitchFamily="2" charset="2"/>
              </a:rPr>
              <a:t>nắm</a:t>
            </a:r>
            <a:r>
              <a:rPr lang="en-US" altLang="en-US" sz="2200" b="1">
                <a:sym typeface="Wingdings" panose="05000000000000000000" pitchFamily="2" charset="2"/>
              </a:rPr>
              <a:t> </a:t>
            </a:r>
            <a:r>
              <a:rPr lang="en-US" altLang="en-US" sz="2200" b="1" err="1">
                <a:sym typeface="Wingdings" panose="05000000000000000000" pitchFamily="2" charset="2"/>
              </a:rPr>
              <a:t>được</a:t>
            </a:r>
            <a:r>
              <a:rPr lang="en-US" altLang="en-US" sz="2200" b="1">
                <a:sym typeface="Wingdings" panose="05000000000000000000" pitchFamily="2" charset="2"/>
              </a:rPr>
              <a:t> </a:t>
            </a:r>
            <a:r>
              <a:rPr lang="en-US" altLang="en-US" sz="2200" b="1" err="1">
                <a:sym typeface="Wingdings" panose="05000000000000000000" pitchFamily="2" charset="2"/>
              </a:rPr>
              <a:t>cấu</a:t>
            </a:r>
            <a:r>
              <a:rPr lang="en-US" altLang="en-US" sz="2200" b="1">
                <a:sym typeface="Wingdings" panose="05000000000000000000" pitchFamily="2" charset="2"/>
              </a:rPr>
              <a:t> </a:t>
            </a:r>
            <a:r>
              <a:rPr lang="en-US" altLang="en-US" sz="2200" b="1" err="1">
                <a:sym typeface="Wingdings" panose="05000000000000000000" pitchFamily="2" charset="2"/>
              </a:rPr>
              <a:t>trúc</a:t>
            </a:r>
            <a:r>
              <a:rPr lang="en-US" altLang="en-US" sz="2200" b="1">
                <a:sym typeface="Wingdings" panose="05000000000000000000" pitchFamily="2" charset="2"/>
              </a:rPr>
              <a:t> </a:t>
            </a:r>
            <a:r>
              <a:rPr lang="en-US" altLang="en-US" sz="2200" b="1" err="1">
                <a:sym typeface="Wingdings" panose="05000000000000000000" pitchFamily="2" charset="2"/>
              </a:rPr>
              <a:t>dữ</a:t>
            </a:r>
            <a:r>
              <a:rPr lang="en-US" altLang="en-US" sz="2200" b="1">
                <a:sym typeface="Wingdings" panose="05000000000000000000" pitchFamily="2" charset="2"/>
              </a:rPr>
              <a:t> </a:t>
            </a:r>
            <a:r>
              <a:rPr lang="en-US" altLang="en-US" sz="2200" b="1" err="1">
                <a:sym typeface="Wingdings" panose="05000000000000000000" pitchFamily="2" charset="2"/>
              </a:rPr>
              <a:t>liệu</a:t>
            </a:r>
            <a:endParaRPr lang="en-US" altLang="en-US" sz="2200" b="1"/>
          </a:p>
          <a:p>
            <a:pPr lvl="1" eaLnBrk="1" hangingPunct="1"/>
            <a:r>
              <a:rPr lang="en-US" altLang="en-US" sz="2200" err="1"/>
              <a:t>Nắm</a:t>
            </a:r>
            <a:r>
              <a:rPr lang="en-US" altLang="en-US" sz="2200"/>
              <a:t> </a:t>
            </a:r>
            <a:r>
              <a:rPr lang="en-US" altLang="en-US" sz="2200" err="1"/>
              <a:t>được</a:t>
            </a:r>
            <a:r>
              <a:rPr lang="en-US" altLang="en-US" sz="2200"/>
              <a:t> ý </a:t>
            </a:r>
            <a:r>
              <a:rPr lang="en-US" altLang="en-US" sz="2200" err="1"/>
              <a:t>tưởng</a:t>
            </a:r>
            <a:r>
              <a:rPr lang="en-US" altLang="en-US" sz="2200"/>
              <a:t> </a:t>
            </a:r>
            <a:r>
              <a:rPr lang="en-US" altLang="en-US" sz="2200" err="1"/>
              <a:t>và</a:t>
            </a:r>
            <a:r>
              <a:rPr lang="en-US" altLang="en-US" sz="2200"/>
              <a:t> </a:t>
            </a:r>
            <a:r>
              <a:rPr lang="en-US" altLang="en-US" sz="2200" err="1"/>
              <a:t>cách</a:t>
            </a:r>
            <a:r>
              <a:rPr lang="en-US" altLang="en-US" sz="2200"/>
              <a:t> </a:t>
            </a:r>
            <a:r>
              <a:rPr lang="en-US" altLang="en-US" sz="2200" err="1"/>
              <a:t>cài</a:t>
            </a:r>
            <a:r>
              <a:rPr lang="en-US" altLang="en-US" sz="2200"/>
              <a:t> </a:t>
            </a:r>
            <a:r>
              <a:rPr lang="en-US" altLang="en-US" sz="2200" err="1"/>
              <a:t>đặt</a:t>
            </a:r>
            <a:r>
              <a:rPr lang="en-US" altLang="en-US" sz="2200"/>
              <a:t> </a:t>
            </a:r>
            <a:r>
              <a:rPr lang="en-US" altLang="en-US" sz="2200" err="1"/>
              <a:t>cho</a:t>
            </a:r>
            <a:r>
              <a:rPr lang="en-US" altLang="en-US" sz="2200"/>
              <a:t> </a:t>
            </a:r>
            <a:r>
              <a:rPr lang="en-US" altLang="en-US" sz="2200" b="1" err="1"/>
              <a:t>các</a:t>
            </a:r>
            <a:r>
              <a:rPr lang="en-US" altLang="en-US" sz="2200" b="1"/>
              <a:t> </a:t>
            </a:r>
            <a:r>
              <a:rPr lang="en-US" altLang="en-US" sz="2200" b="1" err="1"/>
              <a:t>thao</a:t>
            </a:r>
            <a:r>
              <a:rPr lang="en-US" altLang="en-US" sz="2200" b="1"/>
              <a:t> </a:t>
            </a:r>
            <a:r>
              <a:rPr lang="en-US" altLang="en-US" sz="2200" b="1" err="1"/>
              <a:t>tác</a:t>
            </a:r>
            <a:r>
              <a:rPr lang="en-US" altLang="en-US" sz="2200" b="1"/>
              <a:t> </a:t>
            </a:r>
            <a:r>
              <a:rPr lang="en-US" altLang="en-US" sz="2200" err="1"/>
              <a:t>cơ</a:t>
            </a:r>
            <a:r>
              <a:rPr lang="en-US" altLang="en-US" sz="2200"/>
              <a:t> </a:t>
            </a:r>
            <a:r>
              <a:rPr lang="en-US" altLang="en-US" sz="2200" err="1"/>
              <a:t>bản</a:t>
            </a:r>
            <a:r>
              <a:rPr lang="en-US" altLang="en-US" sz="2200"/>
              <a:t> </a:t>
            </a:r>
            <a:r>
              <a:rPr lang="en-US" altLang="en-US" sz="2200" err="1"/>
              <a:t>như</a:t>
            </a:r>
            <a:r>
              <a:rPr lang="en-US" altLang="en-US" sz="2200"/>
              <a:t> </a:t>
            </a:r>
            <a:r>
              <a:rPr lang="en-US" altLang="en-US" sz="2200" err="1"/>
              <a:t>tìm</a:t>
            </a:r>
            <a:r>
              <a:rPr lang="en-US" altLang="en-US" sz="2200"/>
              <a:t> </a:t>
            </a:r>
            <a:r>
              <a:rPr lang="en-US" altLang="en-US" sz="2200" err="1"/>
              <a:t>kiếm</a:t>
            </a:r>
            <a:r>
              <a:rPr lang="en-US" altLang="en-US" sz="2200"/>
              <a:t>, </a:t>
            </a:r>
            <a:r>
              <a:rPr lang="en-US" altLang="en-US" sz="2200" err="1"/>
              <a:t>sắp</a:t>
            </a:r>
            <a:r>
              <a:rPr lang="en-US" altLang="en-US" sz="2200"/>
              <a:t> </a:t>
            </a:r>
            <a:r>
              <a:rPr lang="en-US" altLang="en-US" sz="2200" err="1"/>
              <a:t>xếp</a:t>
            </a:r>
            <a:r>
              <a:rPr lang="en-US" altLang="en-US" sz="2200"/>
              <a:t> </a:t>
            </a:r>
            <a:r>
              <a:rPr lang="en-US" altLang="en-US" sz="2200" err="1"/>
              <a:t>trên</a:t>
            </a:r>
            <a:r>
              <a:rPr lang="en-US" altLang="en-US" sz="2200"/>
              <a:t> </a:t>
            </a:r>
            <a:r>
              <a:rPr lang="en-US" altLang="en-US" sz="2200" err="1"/>
              <a:t>cấu</a:t>
            </a:r>
            <a:r>
              <a:rPr lang="en-US" altLang="en-US" sz="2200"/>
              <a:t> </a:t>
            </a:r>
            <a:r>
              <a:rPr lang="en-US" altLang="en-US" sz="2200" err="1"/>
              <a:t>trúc</a:t>
            </a:r>
            <a:r>
              <a:rPr lang="en-US" altLang="en-US" sz="2200"/>
              <a:t> </a:t>
            </a:r>
            <a:r>
              <a:rPr lang="en-US" altLang="en-US" sz="2200" err="1"/>
              <a:t>dữ</a:t>
            </a:r>
            <a:r>
              <a:rPr lang="en-US" altLang="en-US" sz="2200"/>
              <a:t> </a:t>
            </a:r>
            <a:r>
              <a:rPr lang="en-US" altLang="en-US" sz="2200" err="1"/>
              <a:t>liệu</a:t>
            </a:r>
            <a:r>
              <a:rPr lang="en-US" altLang="en-US" sz="2200"/>
              <a:t> </a:t>
            </a:r>
            <a:r>
              <a:rPr lang="en-US" altLang="en-US" sz="2200" err="1"/>
              <a:t>đã</a:t>
            </a:r>
            <a:r>
              <a:rPr lang="en-US" altLang="en-US" sz="2200"/>
              <a:t> </a:t>
            </a:r>
            <a:r>
              <a:rPr lang="en-US" altLang="en-US" sz="2200" err="1"/>
              <a:t>chọn</a:t>
            </a:r>
            <a:r>
              <a:rPr lang="en-US" altLang="en-US" sz="2200"/>
              <a:t> </a:t>
            </a:r>
            <a:br>
              <a:rPr lang="en-US" altLang="en-US" sz="2200"/>
            </a:br>
            <a:r>
              <a:rPr lang="en-US" altLang="en-US" sz="2200"/>
              <a:t>   </a:t>
            </a:r>
            <a:r>
              <a:rPr lang="en-US" altLang="en-US" sz="2200">
                <a:sym typeface="Wingdings" panose="05000000000000000000" pitchFamily="2" charset="2"/>
              </a:rPr>
              <a:t> </a:t>
            </a:r>
            <a:r>
              <a:rPr lang="en-US" altLang="en-US" sz="2200" b="1" err="1">
                <a:sym typeface="Wingdings" panose="05000000000000000000" pitchFamily="2" charset="2"/>
              </a:rPr>
              <a:t>cần</a:t>
            </a:r>
            <a:r>
              <a:rPr lang="en-US" altLang="en-US" sz="2200" b="1">
                <a:sym typeface="Wingdings" panose="05000000000000000000" pitchFamily="2" charset="2"/>
              </a:rPr>
              <a:t> </a:t>
            </a:r>
            <a:r>
              <a:rPr lang="en-US" altLang="en-US" sz="2200" b="1" err="1">
                <a:sym typeface="Wingdings" panose="05000000000000000000" pitchFamily="2" charset="2"/>
              </a:rPr>
              <a:t>nắm</a:t>
            </a:r>
            <a:r>
              <a:rPr lang="en-US" altLang="en-US" sz="2200" b="1">
                <a:sym typeface="Wingdings" panose="05000000000000000000" pitchFamily="2" charset="2"/>
              </a:rPr>
              <a:t> </a:t>
            </a:r>
            <a:r>
              <a:rPr lang="en-US" altLang="en-US" sz="2200" b="1" err="1">
                <a:sym typeface="Wingdings" panose="05000000000000000000" pitchFamily="2" charset="2"/>
              </a:rPr>
              <a:t>được</a:t>
            </a:r>
            <a:r>
              <a:rPr lang="en-US" altLang="en-US" sz="2200" b="1">
                <a:sym typeface="Wingdings" panose="05000000000000000000" pitchFamily="2" charset="2"/>
              </a:rPr>
              <a:t> </a:t>
            </a:r>
            <a:r>
              <a:rPr lang="en-US" altLang="en-US" sz="2200" b="1" err="1">
                <a:sym typeface="Wingdings" panose="05000000000000000000" pitchFamily="2" charset="2"/>
              </a:rPr>
              <a:t>giải</a:t>
            </a:r>
            <a:r>
              <a:rPr lang="en-US" altLang="en-US" sz="2200" b="1">
                <a:sym typeface="Wingdings" panose="05000000000000000000" pitchFamily="2" charset="2"/>
              </a:rPr>
              <a:t> </a:t>
            </a:r>
            <a:r>
              <a:rPr lang="en-US" altLang="en-US" sz="2200" b="1" err="1">
                <a:sym typeface="Wingdings" panose="05000000000000000000" pitchFamily="2" charset="2"/>
              </a:rPr>
              <a:t>thuật</a:t>
            </a:r>
            <a:endParaRPr lang="en-US" altLang="en-US" sz="2200" b="1"/>
          </a:p>
          <a:p>
            <a:pPr lvl="1" eaLnBrk="1" hangingPunct="1"/>
            <a:endParaRPr lang="en-US" altLang="en-US" sz="2200"/>
          </a:p>
          <a:p>
            <a:endParaRPr lang="en-US" sz="2200"/>
          </a:p>
        </p:txBody>
      </p:sp>
    </p:spTree>
    <p:extLst>
      <p:ext uri="{BB962C8B-B14F-4D97-AF65-F5344CB8AC3E}">
        <p14:creationId xmlns:p14="http://schemas.microsoft.com/office/powerpoint/2010/main" val="4091361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8</a:t>
            </a:fld>
            <a:endParaRPr lang="en-US"/>
          </a:p>
        </p:txBody>
      </p:sp>
      <p:sp>
        <p:nvSpPr>
          <p:cNvPr id="2" name="Title 1"/>
          <p:cNvSpPr>
            <a:spLocks noGrp="1"/>
          </p:cNvSpPr>
          <p:nvPr>
            <p:ph type="title"/>
          </p:nvPr>
        </p:nvSpPr>
        <p:spPr/>
        <p:txBody>
          <a:bodyPr/>
          <a:lstStyle/>
          <a:p>
            <a:r>
              <a:rPr lang="en-US" altLang="en-US"/>
              <a:t>2. </a:t>
            </a:r>
            <a:r>
              <a:rPr lang="en-US" altLang="en-US" err="1"/>
              <a:t>Các</a:t>
            </a:r>
            <a:r>
              <a:rPr lang="en-US" altLang="en-US"/>
              <a:t> </a:t>
            </a:r>
            <a:r>
              <a:rPr lang="en-US" altLang="en-US" err="1"/>
              <a:t>khái</a:t>
            </a:r>
            <a:r>
              <a:rPr lang="en-US" altLang="en-US"/>
              <a:t> </a:t>
            </a:r>
            <a:r>
              <a:rPr lang="en-US" altLang="en-US" err="1"/>
              <a:t>niệm</a:t>
            </a:r>
            <a:r>
              <a:rPr lang="en-US" altLang="en-US"/>
              <a:t> </a:t>
            </a:r>
            <a:r>
              <a:rPr lang="en-US" altLang="en-US" err="1"/>
              <a:t>cơ</a:t>
            </a:r>
            <a:r>
              <a:rPr lang="en-US" altLang="en-US"/>
              <a:t> </a:t>
            </a:r>
            <a:r>
              <a:rPr lang="en-US" altLang="en-US" err="1"/>
              <a:t>bản</a:t>
            </a:r>
            <a:r>
              <a:rPr lang="en-US" altLang="en-US"/>
              <a:t> </a:t>
            </a:r>
            <a:r>
              <a:rPr lang="en-US" altLang="en-US" err="1"/>
              <a:t>về</a:t>
            </a:r>
            <a:r>
              <a:rPr lang="en-US" altLang="en-US"/>
              <a:t> CTDL </a:t>
            </a:r>
            <a:r>
              <a:rPr lang="en-US" altLang="en-US" err="1"/>
              <a:t>và</a:t>
            </a:r>
            <a:r>
              <a:rPr lang="en-US" altLang="en-US"/>
              <a:t> </a:t>
            </a:r>
            <a:r>
              <a:rPr lang="en-US" altLang="en-US" err="1"/>
              <a:t>giải</a:t>
            </a:r>
            <a:r>
              <a:rPr lang="en-US" altLang="en-US"/>
              <a:t> </a:t>
            </a:r>
            <a:r>
              <a:rPr lang="en-US" altLang="en-US" err="1"/>
              <a:t>thuật</a:t>
            </a:r>
            <a:endParaRPr lang="en-US"/>
          </a:p>
        </p:txBody>
      </p:sp>
      <p:sp>
        <p:nvSpPr>
          <p:cNvPr id="3" name="Content Placeholder 2"/>
          <p:cNvSpPr>
            <a:spLocks noGrp="1"/>
          </p:cNvSpPr>
          <p:nvPr>
            <p:ph type="body" sz="quarter" idx="13"/>
          </p:nvPr>
        </p:nvSpPr>
        <p:spPr/>
        <p:txBody>
          <a:bodyPr>
            <a:normAutofit fontScale="92500" lnSpcReduction="20000"/>
          </a:bodyPr>
          <a:lstStyle/>
          <a:p>
            <a:r>
              <a:rPr lang="en-US" sz="2200"/>
              <a:t>2.1. </a:t>
            </a:r>
            <a:r>
              <a:rPr lang="en-US" sz="2200" err="1"/>
              <a:t>Giải</a:t>
            </a:r>
            <a:r>
              <a:rPr lang="en-US" sz="2200"/>
              <a:t> </a:t>
            </a:r>
            <a:r>
              <a:rPr lang="en-US" sz="2200" err="1"/>
              <a:t>thuật</a:t>
            </a:r>
            <a:r>
              <a:rPr lang="en-US" sz="2200"/>
              <a:t> </a:t>
            </a:r>
            <a:r>
              <a:rPr lang="en-US" sz="2200" i="1"/>
              <a:t>(Algorithms)</a:t>
            </a:r>
            <a:endParaRPr lang="en-US" sz="2200"/>
          </a:p>
          <a:p>
            <a:r>
              <a:rPr lang="en-US" sz="2200"/>
              <a:t>2.2. </a:t>
            </a:r>
            <a:r>
              <a:rPr lang="en-US" sz="2200" err="1"/>
              <a:t>Dữ</a:t>
            </a:r>
            <a:r>
              <a:rPr lang="en-US" sz="2200"/>
              <a:t> </a:t>
            </a:r>
            <a:r>
              <a:rPr lang="en-US" sz="2200" err="1"/>
              <a:t>liệu</a:t>
            </a:r>
            <a:r>
              <a:rPr lang="en-US" sz="2200"/>
              <a:t> (Data)</a:t>
            </a:r>
          </a:p>
          <a:p>
            <a:pPr lvl="1"/>
            <a:r>
              <a:rPr lang="en-US" sz="1900"/>
              <a:t>2.2.1. </a:t>
            </a:r>
            <a:r>
              <a:rPr lang="en-US" sz="1900" err="1"/>
              <a:t>Cấu</a:t>
            </a:r>
            <a:r>
              <a:rPr lang="en-US" sz="1900"/>
              <a:t> </a:t>
            </a:r>
            <a:r>
              <a:rPr lang="en-US" sz="1900" err="1"/>
              <a:t>trúc</a:t>
            </a:r>
            <a:r>
              <a:rPr lang="en-US" sz="1900"/>
              <a:t> </a:t>
            </a:r>
            <a:r>
              <a:rPr lang="en-US" sz="1900" err="1"/>
              <a:t>dữ</a:t>
            </a:r>
            <a:r>
              <a:rPr lang="en-US" sz="1900"/>
              <a:t> </a:t>
            </a:r>
            <a:r>
              <a:rPr lang="en-US" sz="1900" err="1"/>
              <a:t>liệu</a:t>
            </a:r>
            <a:r>
              <a:rPr lang="en-US" sz="1900"/>
              <a:t> </a:t>
            </a:r>
            <a:r>
              <a:rPr lang="en-US" sz="1900" i="1"/>
              <a:t>(Data structures)</a:t>
            </a:r>
            <a:endParaRPr lang="en-US" sz="1900"/>
          </a:p>
          <a:p>
            <a:pPr lvl="1"/>
            <a:r>
              <a:rPr lang="en-US" sz="1900"/>
              <a:t>2.2.2. </a:t>
            </a:r>
            <a:r>
              <a:rPr lang="en-US" sz="1900" err="1"/>
              <a:t>Cấu</a:t>
            </a:r>
            <a:r>
              <a:rPr lang="en-US" sz="1900"/>
              <a:t> </a:t>
            </a:r>
            <a:r>
              <a:rPr lang="en-US" sz="1900" err="1"/>
              <a:t>trúc</a:t>
            </a:r>
            <a:r>
              <a:rPr lang="en-US" sz="1900"/>
              <a:t> </a:t>
            </a:r>
            <a:r>
              <a:rPr lang="en-US" sz="1900" err="1"/>
              <a:t>lưu</a:t>
            </a:r>
            <a:r>
              <a:rPr lang="en-US" sz="1900"/>
              <a:t> </a:t>
            </a:r>
            <a:r>
              <a:rPr lang="en-US" sz="1900" err="1"/>
              <a:t>trữ</a:t>
            </a:r>
            <a:r>
              <a:rPr lang="en-US" sz="1900"/>
              <a:t> </a:t>
            </a:r>
            <a:r>
              <a:rPr lang="en-US" sz="1900" i="1"/>
              <a:t>(Storage structures)</a:t>
            </a:r>
          </a:p>
          <a:p>
            <a:r>
              <a:rPr lang="en-US" sz="2200"/>
              <a:t>2.3. </a:t>
            </a:r>
            <a:r>
              <a:rPr lang="en-US" sz="2200" err="1"/>
              <a:t>Mối</a:t>
            </a:r>
            <a:r>
              <a:rPr lang="en-US" sz="2200"/>
              <a:t> </a:t>
            </a:r>
            <a:r>
              <a:rPr lang="en-US" sz="2200" err="1"/>
              <a:t>liên</a:t>
            </a:r>
            <a:r>
              <a:rPr lang="en-US" sz="2200"/>
              <a:t> </a:t>
            </a:r>
            <a:r>
              <a:rPr lang="en-US" sz="2200" err="1"/>
              <a:t>quan</a:t>
            </a:r>
            <a:r>
              <a:rPr lang="en-US" sz="2200"/>
              <a:t> </a:t>
            </a:r>
            <a:r>
              <a:rPr lang="en-US" sz="2200" err="1"/>
              <a:t>giữa</a:t>
            </a:r>
            <a:r>
              <a:rPr lang="en-US" sz="2200"/>
              <a:t> DL </a:t>
            </a:r>
            <a:r>
              <a:rPr lang="en-US" sz="2200" err="1"/>
              <a:t>và</a:t>
            </a:r>
            <a:r>
              <a:rPr lang="en-US" sz="2200"/>
              <a:t> </a:t>
            </a:r>
            <a:r>
              <a:rPr lang="en-US" sz="2200" err="1"/>
              <a:t>giải</a:t>
            </a:r>
            <a:r>
              <a:rPr lang="en-US" sz="2200"/>
              <a:t> </a:t>
            </a:r>
            <a:r>
              <a:rPr lang="en-US" sz="2200" err="1"/>
              <a:t>thuật</a:t>
            </a:r>
            <a:r>
              <a:rPr lang="en-US" sz="2200"/>
              <a:t> (Relationship between DS and algorithms)</a:t>
            </a:r>
          </a:p>
          <a:p>
            <a:endParaRPr lang="en-US" sz="2200"/>
          </a:p>
          <a:p>
            <a:endParaRPr lang="en-US" sz="2200"/>
          </a:p>
          <a:p>
            <a:r>
              <a:rPr lang="en-US" sz="2200"/>
              <a:t>Program = DS + A </a:t>
            </a:r>
          </a:p>
          <a:p>
            <a:r>
              <a:rPr lang="en-US" sz="2200"/>
              <a:t>Algorithm = </a:t>
            </a:r>
            <a:r>
              <a:rPr lang="en-US" sz="2200" err="1"/>
              <a:t>tập</a:t>
            </a:r>
            <a:r>
              <a:rPr lang="en-US" sz="2200"/>
              <a:t> </a:t>
            </a:r>
            <a:r>
              <a:rPr lang="en-US" sz="2200" err="1"/>
              <a:t>các</a:t>
            </a:r>
            <a:r>
              <a:rPr lang="en-US" sz="2200"/>
              <a:t> </a:t>
            </a:r>
            <a:r>
              <a:rPr lang="en-US" sz="2200" err="1"/>
              <a:t>bước</a:t>
            </a:r>
            <a:r>
              <a:rPr lang="en-US" sz="2200"/>
              <a:t> (</a:t>
            </a:r>
            <a:r>
              <a:rPr lang="en-US" sz="2200" err="1"/>
              <a:t>có</a:t>
            </a:r>
            <a:r>
              <a:rPr lang="en-US" sz="2200"/>
              <a:t> </a:t>
            </a:r>
            <a:r>
              <a:rPr lang="en-US" sz="2200" err="1"/>
              <a:t>trật</a:t>
            </a:r>
            <a:r>
              <a:rPr lang="en-US" sz="2200"/>
              <a:t> </a:t>
            </a:r>
            <a:r>
              <a:rPr lang="en-US" sz="2200" err="1"/>
              <a:t>tự</a:t>
            </a:r>
            <a:r>
              <a:rPr lang="en-US" sz="2200"/>
              <a:t>) </a:t>
            </a:r>
            <a:r>
              <a:rPr lang="en-US" sz="2200" err="1"/>
              <a:t>cần</a:t>
            </a:r>
            <a:r>
              <a:rPr lang="en-US" sz="2200"/>
              <a:t> </a:t>
            </a:r>
            <a:r>
              <a:rPr lang="en-US" sz="2200" err="1"/>
              <a:t>thưc</a:t>
            </a:r>
            <a:r>
              <a:rPr lang="en-US" sz="2200"/>
              <a:t> </a:t>
            </a:r>
            <a:r>
              <a:rPr lang="en-US" sz="2200" err="1"/>
              <a:t>hiện</a:t>
            </a:r>
            <a:r>
              <a:rPr lang="en-US" sz="2200"/>
              <a:t> </a:t>
            </a:r>
            <a:r>
              <a:rPr lang="en-US" sz="2200" err="1"/>
              <a:t>để</a:t>
            </a:r>
            <a:r>
              <a:rPr lang="en-US" sz="2200"/>
              <a:t> </a:t>
            </a:r>
            <a:r>
              <a:rPr lang="en-US" sz="2200" err="1"/>
              <a:t>giải</a:t>
            </a:r>
            <a:r>
              <a:rPr lang="en-US" sz="2200"/>
              <a:t> </a:t>
            </a:r>
            <a:r>
              <a:rPr lang="en-US" sz="2200" err="1"/>
              <a:t>quyết</a:t>
            </a:r>
            <a:r>
              <a:rPr lang="en-US" sz="2200"/>
              <a:t> </a:t>
            </a:r>
            <a:r>
              <a:rPr lang="en-US" sz="2200" err="1"/>
              <a:t>nhiệm</a:t>
            </a:r>
            <a:r>
              <a:rPr lang="en-US" sz="2200"/>
              <a:t> </a:t>
            </a:r>
            <a:r>
              <a:rPr lang="en-US" sz="2200" err="1"/>
              <a:t>vụ</a:t>
            </a:r>
            <a:r>
              <a:rPr lang="en-US" sz="2200"/>
              <a:t> </a:t>
            </a:r>
            <a:r>
              <a:rPr lang="en-US" sz="2200" err="1"/>
              <a:t>đề</a:t>
            </a:r>
            <a:r>
              <a:rPr lang="en-US" sz="2200"/>
              <a:t> </a:t>
            </a:r>
            <a:r>
              <a:rPr lang="en-US" sz="2200" err="1"/>
              <a:t>ra</a:t>
            </a:r>
            <a:endParaRPr lang="en-US" sz="2200"/>
          </a:p>
          <a:p>
            <a:r>
              <a:rPr lang="en-US" sz="2200" err="1"/>
              <a:t>Pha</a:t>
            </a:r>
            <a:r>
              <a:rPr lang="en-US" sz="2200"/>
              <a:t> </a:t>
            </a:r>
            <a:r>
              <a:rPr lang="en-US" sz="2200" err="1"/>
              <a:t>trà</a:t>
            </a:r>
            <a:r>
              <a:rPr lang="en-US" sz="2200"/>
              <a:t>: </a:t>
            </a:r>
          </a:p>
          <a:p>
            <a:pPr lvl="1"/>
            <a:r>
              <a:rPr lang="en-US" sz="1900" err="1"/>
              <a:t>Bước</a:t>
            </a:r>
            <a:r>
              <a:rPr lang="en-US" sz="1900"/>
              <a:t> 1: </a:t>
            </a:r>
            <a:r>
              <a:rPr lang="en-US" sz="1900" err="1"/>
              <a:t>Rửa</a:t>
            </a:r>
            <a:r>
              <a:rPr lang="en-US" sz="1900"/>
              <a:t> </a:t>
            </a:r>
            <a:r>
              <a:rPr lang="en-US" sz="1900" err="1"/>
              <a:t>lá</a:t>
            </a:r>
            <a:r>
              <a:rPr lang="en-US" sz="1900"/>
              <a:t> </a:t>
            </a:r>
          </a:p>
          <a:p>
            <a:pPr lvl="1"/>
            <a:r>
              <a:rPr lang="en-US" sz="1900" err="1"/>
              <a:t>Bước</a:t>
            </a:r>
            <a:r>
              <a:rPr lang="en-US" sz="1900"/>
              <a:t> 2: Cho </a:t>
            </a:r>
            <a:r>
              <a:rPr lang="en-US" sz="1900" err="1"/>
              <a:t>trà</a:t>
            </a:r>
            <a:r>
              <a:rPr lang="en-US" sz="1900"/>
              <a:t> </a:t>
            </a:r>
            <a:r>
              <a:rPr lang="en-US" sz="1900" err="1"/>
              <a:t>vào</a:t>
            </a:r>
            <a:r>
              <a:rPr lang="en-US" sz="1900"/>
              <a:t> </a:t>
            </a:r>
            <a:r>
              <a:rPr lang="en-US" sz="1900" err="1"/>
              <a:t>ấm</a:t>
            </a:r>
            <a:r>
              <a:rPr lang="en-US" sz="1900"/>
              <a:t>, </a:t>
            </a:r>
            <a:r>
              <a:rPr lang="en-US" sz="1900" err="1"/>
              <a:t>đổ</a:t>
            </a:r>
            <a:r>
              <a:rPr lang="en-US" sz="1900"/>
              <a:t> </a:t>
            </a:r>
            <a:r>
              <a:rPr lang="en-US" sz="1900" err="1"/>
              <a:t>nước</a:t>
            </a:r>
            <a:r>
              <a:rPr lang="en-US" sz="1900"/>
              <a:t> </a:t>
            </a:r>
            <a:r>
              <a:rPr lang="en-US" sz="1900" err="1"/>
              <a:t>sôi</a:t>
            </a:r>
            <a:r>
              <a:rPr lang="en-US" sz="1900"/>
              <a:t> </a:t>
            </a:r>
            <a:r>
              <a:rPr lang="en-US" sz="1900" err="1"/>
              <a:t>vào</a:t>
            </a:r>
            <a:r>
              <a:rPr lang="en-US" sz="1900"/>
              <a:t> </a:t>
            </a:r>
            <a:r>
              <a:rPr lang="en-US" sz="1900" err="1"/>
              <a:t>ấm</a:t>
            </a:r>
            <a:endParaRPr lang="en-US" sz="1900"/>
          </a:p>
          <a:p>
            <a:pPr lvl="1"/>
            <a:r>
              <a:rPr lang="en-US" sz="1900" err="1"/>
              <a:t>Bước</a:t>
            </a:r>
            <a:r>
              <a:rPr lang="en-US" sz="1900"/>
              <a:t> 3: </a:t>
            </a:r>
            <a:r>
              <a:rPr lang="en-US" sz="1900" err="1"/>
              <a:t>Chờ</a:t>
            </a:r>
            <a:r>
              <a:rPr lang="en-US" sz="1900"/>
              <a:t> 5 </a:t>
            </a:r>
            <a:r>
              <a:rPr lang="en-US" sz="1900" err="1"/>
              <a:t>phút</a:t>
            </a:r>
            <a:r>
              <a:rPr lang="en-US" sz="1900"/>
              <a:t>, </a:t>
            </a:r>
            <a:r>
              <a:rPr lang="en-US" sz="1900" err="1"/>
              <a:t>đổ</a:t>
            </a:r>
            <a:r>
              <a:rPr lang="en-US" sz="1900"/>
              <a:t> </a:t>
            </a:r>
            <a:r>
              <a:rPr lang="en-US" sz="1900" err="1"/>
              <a:t>nước</a:t>
            </a:r>
            <a:r>
              <a:rPr lang="en-US" sz="1900"/>
              <a:t> </a:t>
            </a:r>
            <a:r>
              <a:rPr lang="en-US" sz="1900" err="1"/>
              <a:t>cũ</a:t>
            </a:r>
            <a:r>
              <a:rPr lang="en-US" sz="1900"/>
              <a:t> </a:t>
            </a:r>
            <a:r>
              <a:rPr lang="en-US" sz="1900" err="1"/>
              <a:t>đi</a:t>
            </a:r>
            <a:endParaRPr lang="en-US" sz="1900"/>
          </a:p>
          <a:p>
            <a:pPr lvl="1"/>
            <a:r>
              <a:rPr lang="en-US" sz="1900" err="1"/>
              <a:t>Bước</a:t>
            </a:r>
            <a:r>
              <a:rPr lang="en-US" sz="1900"/>
              <a:t> 4: </a:t>
            </a:r>
            <a:r>
              <a:rPr lang="en-US" sz="1900" err="1"/>
              <a:t>Đổ</a:t>
            </a:r>
            <a:r>
              <a:rPr lang="en-US" sz="1900"/>
              <a:t> </a:t>
            </a:r>
            <a:r>
              <a:rPr lang="en-US" sz="1900" err="1"/>
              <a:t>nước</a:t>
            </a:r>
            <a:r>
              <a:rPr lang="en-US" sz="1900"/>
              <a:t> </a:t>
            </a:r>
            <a:r>
              <a:rPr lang="en-US" sz="1900" err="1"/>
              <a:t>sôi</a:t>
            </a:r>
            <a:r>
              <a:rPr lang="en-US" sz="1900"/>
              <a:t> </a:t>
            </a:r>
            <a:r>
              <a:rPr lang="en-US" sz="1900" err="1"/>
              <a:t>vào</a:t>
            </a:r>
            <a:r>
              <a:rPr lang="en-US" sz="1900"/>
              <a:t> </a:t>
            </a:r>
          </a:p>
          <a:p>
            <a:pPr lvl="1"/>
            <a:r>
              <a:rPr lang="en-US" sz="1900" err="1"/>
              <a:t>Bước</a:t>
            </a:r>
            <a:r>
              <a:rPr lang="en-US" sz="1900"/>
              <a:t> 5: </a:t>
            </a:r>
            <a:r>
              <a:rPr lang="en-US" sz="1900" err="1"/>
              <a:t>Chờ</a:t>
            </a:r>
            <a:r>
              <a:rPr lang="en-US" sz="1900"/>
              <a:t> 15 </a:t>
            </a:r>
            <a:r>
              <a:rPr lang="en-US" sz="1900" err="1"/>
              <a:t>phút</a:t>
            </a:r>
            <a:endParaRPr lang="en-US" sz="1900"/>
          </a:p>
          <a:p>
            <a:pPr lvl="1"/>
            <a:r>
              <a:rPr lang="en-US" sz="1900" err="1"/>
              <a:t>Bước</a:t>
            </a:r>
            <a:r>
              <a:rPr lang="en-US" sz="1900"/>
              <a:t> 6: </a:t>
            </a:r>
            <a:r>
              <a:rPr lang="en-US" sz="1900" err="1"/>
              <a:t>Rót</a:t>
            </a:r>
            <a:r>
              <a:rPr lang="en-US" sz="1900"/>
              <a:t> </a:t>
            </a:r>
            <a:r>
              <a:rPr lang="en-US" sz="1900" err="1"/>
              <a:t>trà</a:t>
            </a:r>
            <a:r>
              <a:rPr lang="en-US" sz="1900"/>
              <a:t> </a:t>
            </a:r>
            <a:r>
              <a:rPr lang="en-US" sz="1900" err="1"/>
              <a:t>ra</a:t>
            </a:r>
            <a:r>
              <a:rPr lang="en-US" sz="1900"/>
              <a:t> </a:t>
            </a:r>
            <a:r>
              <a:rPr lang="en-US" sz="1900" err="1"/>
              <a:t>cốc</a:t>
            </a:r>
            <a:endParaRPr lang="en-US" sz="1900"/>
          </a:p>
          <a:p>
            <a:pPr lvl="1"/>
            <a:r>
              <a:rPr lang="en-US" sz="1900" err="1"/>
              <a:t>Bước</a:t>
            </a:r>
            <a:r>
              <a:rPr lang="en-US" sz="1900"/>
              <a:t> 7: </a:t>
            </a:r>
            <a:r>
              <a:rPr lang="en-US" sz="1900" err="1"/>
              <a:t>thưởng</a:t>
            </a:r>
            <a:r>
              <a:rPr lang="en-US" sz="1900"/>
              <a:t> </a:t>
            </a:r>
            <a:r>
              <a:rPr lang="en-US" sz="1900" err="1"/>
              <a:t>trà</a:t>
            </a:r>
            <a:endParaRPr lang="en-US" sz="1900"/>
          </a:p>
          <a:p>
            <a:pPr lvl="1"/>
            <a:endParaRPr lang="en-US" sz="1900"/>
          </a:p>
          <a:p>
            <a:pPr eaLnBrk="1" hangingPunct="1"/>
            <a:endParaRPr lang="en-US" altLang="en-US" sz="2400"/>
          </a:p>
          <a:p>
            <a:endParaRPr lang="en-US" sz="2400"/>
          </a:p>
        </p:txBody>
      </p:sp>
    </p:spTree>
    <p:extLst>
      <p:ext uri="{BB962C8B-B14F-4D97-AF65-F5344CB8AC3E}">
        <p14:creationId xmlns:p14="http://schemas.microsoft.com/office/powerpoint/2010/main" val="1561304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9</a:t>
            </a:fld>
            <a:endParaRPr lang="en-US"/>
          </a:p>
        </p:txBody>
      </p:sp>
      <p:sp>
        <p:nvSpPr>
          <p:cNvPr id="2" name="Title 1"/>
          <p:cNvSpPr>
            <a:spLocks noGrp="1"/>
          </p:cNvSpPr>
          <p:nvPr>
            <p:ph type="title"/>
          </p:nvPr>
        </p:nvSpPr>
        <p:spPr/>
        <p:txBody>
          <a:bodyPr/>
          <a:lstStyle/>
          <a:p>
            <a:r>
              <a:rPr lang="en-US" altLang="en-US"/>
              <a:t>2.2. </a:t>
            </a:r>
            <a:r>
              <a:rPr lang="en-US" altLang="en-US" err="1"/>
              <a:t>Dữ</a:t>
            </a:r>
            <a:r>
              <a:rPr lang="en-US" altLang="en-US"/>
              <a:t> </a:t>
            </a:r>
            <a:r>
              <a:rPr lang="en-US" altLang="en-US" err="1"/>
              <a:t>liệu</a:t>
            </a:r>
            <a:endParaRPr lang="en-US"/>
          </a:p>
        </p:txBody>
      </p:sp>
      <p:sp>
        <p:nvSpPr>
          <p:cNvPr id="3" name="Content Placeholder 2"/>
          <p:cNvSpPr>
            <a:spLocks noGrp="1"/>
          </p:cNvSpPr>
          <p:nvPr>
            <p:ph type="body" sz="quarter" idx="13"/>
          </p:nvPr>
        </p:nvSpPr>
        <p:spPr/>
        <p:txBody>
          <a:bodyPr>
            <a:normAutofit/>
          </a:bodyPr>
          <a:lstStyle/>
          <a:p>
            <a:pPr eaLnBrk="1" hangingPunct="1"/>
            <a:r>
              <a:rPr lang="en-US" altLang="en-US" sz="2400" b="1" err="1"/>
              <a:t>Dữ</a:t>
            </a:r>
            <a:r>
              <a:rPr lang="en-US" altLang="en-US" sz="2400" b="1"/>
              <a:t> </a:t>
            </a:r>
            <a:r>
              <a:rPr lang="en-US" altLang="en-US" sz="2400" b="1" err="1"/>
              <a:t>liệu</a:t>
            </a:r>
            <a:r>
              <a:rPr lang="en-US" altLang="en-US" sz="2400"/>
              <a:t> (data): </a:t>
            </a:r>
          </a:p>
          <a:p>
            <a:pPr lvl="1" eaLnBrk="1" hangingPunct="1"/>
            <a:r>
              <a:rPr lang="en-US" altLang="en-US" sz="2000" err="1"/>
              <a:t>Là</a:t>
            </a:r>
            <a:r>
              <a:rPr lang="en-US" altLang="en-US" sz="2000"/>
              <a:t> </a:t>
            </a:r>
            <a:r>
              <a:rPr lang="en-US" altLang="en-US" sz="2000" err="1"/>
              <a:t>các</a:t>
            </a:r>
            <a:r>
              <a:rPr lang="en-US" altLang="en-US" sz="2000"/>
              <a:t> </a:t>
            </a:r>
            <a:r>
              <a:rPr lang="en-US" altLang="en-US" sz="2000" err="1"/>
              <a:t>đối</a:t>
            </a:r>
            <a:r>
              <a:rPr lang="en-US" altLang="en-US" sz="2000"/>
              <a:t> </a:t>
            </a:r>
            <a:r>
              <a:rPr lang="en-US" altLang="en-US" sz="2000" err="1"/>
              <a:t>tượng</a:t>
            </a:r>
            <a:r>
              <a:rPr lang="en-US" altLang="en-US" sz="2000"/>
              <a:t> </a:t>
            </a:r>
            <a:r>
              <a:rPr lang="en-US" altLang="en-US" sz="2000" err="1"/>
              <a:t>mà</a:t>
            </a:r>
            <a:r>
              <a:rPr lang="en-US" altLang="en-US" sz="2000"/>
              <a:t> </a:t>
            </a:r>
            <a:r>
              <a:rPr lang="en-US" altLang="en-US" sz="2000" err="1"/>
              <a:t>thuật</a:t>
            </a:r>
            <a:r>
              <a:rPr lang="en-US" altLang="en-US" sz="2000"/>
              <a:t> </a:t>
            </a:r>
            <a:r>
              <a:rPr lang="en-US" altLang="en-US" sz="2000" err="1"/>
              <a:t>toán</a:t>
            </a:r>
            <a:r>
              <a:rPr lang="en-US" altLang="en-US" sz="2000"/>
              <a:t> </a:t>
            </a:r>
            <a:r>
              <a:rPr lang="en-US" altLang="en-US" sz="2000" err="1"/>
              <a:t>sẽ</a:t>
            </a:r>
            <a:r>
              <a:rPr lang="en-US" altLang="en-US" sz="2000"/>
              <a:t> </a:t>
            </a:r>
            <a:r>
              <a:rPr lang="en-US" altLang="en-US" sz="2000" err="1"/>
              <a:t>sử</a:t>
            </a:r>
            <a:r>
              <a:rPr lang="en-US" altLang="en-US" sz="2000"/>
              <a:t> </a:t>
            </a:r>
            <a:r>
              <a:rPr lang="en-US" altLang="en-US" sz="2000" err="1"/>
              <a:t>dụng</a:t>
            </a:r>
            <a:r>
              <a:rPr lang="en-US" altLang="en-US" sz="2000"/>
              <a:t> </a:t>
            </a:r>
            <a:r>
              <a:rPr lang="en-US" altLang="en-US" sz="2000" err="1"/>
              <a:t>để</a:t>
            </a:r>
            <a:r>
              <a:rPr lang="en-US" altLang="en-US" sz="2000"/>
              <a:t> </a:t>
            </a:r>
            <a:r>
              <a:rPr lang="en-US" altLang="en-US" sz="2000" err="1"/>
              <a:t>đạt</a:t>
            </a:r>
            <a:r>
              <a:rPr lang="en-US" altLang="en-US" sz="2000"/>
              <a:t> </a:t>
            </a:r>
            <a:r>
              <a:rPr lang="en-US" altLang="en-US" sz="2000" err="1"/>
              <a:t>được</a:t>
            </a:r>
            <a:r>
              <a:rPr lang="en-US" altLang="en-US" sz="2000"/>
              <a:t> </a:t>
            </a:r>
            <a:r>
              <a:rPr lang="en-US" altLang="en-US" sz="2000" err="1"/>
              <a:t>kết</a:t>
            </a:r>
            <a:r>
              <a:rPr lang="en-US" altLang="en-US" sz="2000"/>
              <a:t> </a:t>
            </a:r>
            <a:r>
              <a:rPr lang="en-US" altLang="en-US" sz="2000" err="1"/>
              <a:t>quả</a:t>
            </a:r>
            <a:r>
              <a:rPr lang="en-US" altLang="en-US" sz="2000"/>
              <a:t> </a:t>
            </a:r>
            <a:r>
              <a:rPr lang="en-US" altLang="en-US" sz="2000" err="1"/>
              <a:t>mong</a:t>
            </a:r>
            <a:r>
              <a:rPr lang="en-US" altLang="en-US" sz="2000"/>
              <a:t> </a:t>
            </a:r>
            <a:r>
              <a:rPr lang="en-US" altLang="en-US" sz="2000" err="1"/>
              <a:t>muốn</a:t>
            </a:r>
            <a:r>
              <a:rPr lang="en-US" altLang="en-US" sz="2000"/>
              <a:t>. </a:t>
            </a:r>
          </a:p>
          <a:p>
            <a:pPr lvl="1" eaLnBrk="1" hangingPunct="1"/>
            <a:r>
              <a:rPr lang="en-US" altLang="en-US" sz="2000" err="1"/>
              <a:t>Được</a:t>
            </a:r>
            <a:r>
              <a:rPr lang="en-US" altLang="en-US" sz="2000"/>
              <a:t> </a:t>
            </a:r>
            <a:r>
              <a:rPr lang="en-US" altLang="en-US" sz="2000" err="1"/>
              <a:t>dùng</a:t>
            </a:r>
            <a:r>
              <a:rPr lang="en-US" altLang="en-US" sz="2000"/>
              <a:t> </a:t>
            </a:r>
            <a:r>
              <a:rPr lang="en-US" altLang="en-US" sz="2000" err="1"/>
              <a:t>để</a:t>
            </a:r>
            <a:r>
              <a:rPr lang="en-US" altLang="en-US" sz="2000"/>
              <a:t> </a:t>
            </a:r>
            <a:r>
              <a:rPr lang="en-US" altLang="en-US" sz="2000" err="1"/>
              <a:t>biểu</a:t>
            </a:r>
            <a:r>
              <a:rPr lang="en-US" altLang="en-US" sz="2000"/>
              <a:t> </a:t>
            </a:r>
            <a:r>
              <a:rPr lang="en-US" altLang="en-US" sz="2000" err="1"/>
              <a:t>diễn</a:t>
            </a:r>
            <a:r>
              <a:rPr lang="en-US" altLang="en-US" sz="2000"/>
              <a:t> </a:t>
            </a:r>
            <a:r>
              <a:rPr lang="en-US" altLang="en-US" sz="2000" err="1"/>
              <a:t>cho</a:t>
            </a:r>
            <a:r>
              <a:rPr lang="en-US" altLang="en-US" sz="2000"/>
              <a:t> </a:t>
            </a:r>
            <a:r>
              <a:rPr lang="en-US" altLang="en-US" sz="2000" err="1"/>
              <a:t>các</a:t>
            </a:r>
            <a:r>
              <a:rPr lang="en-US" altLang="en-US" sz="2000"/>
              <a:t> </a:t>
            </a:r>
            <a:r>
              <a:rPr lang="en-US" altLang="en-US" sz="2000" err="1"/>
              <a:t>thông</a:t>
            </a:r>
            <a:r>
              <a:rPr lang="en-US" altLang="en-US" sz="2000"/>
              <a:t> tin </a:t>
            </a:r>
            <a:r>
              <a:rPr lang="en-US" altLang="en-US" sz="2000" err="1"/>
              <a:t>của</a:t>
            </a:r>
            <a:r>
              <a:rPr lang="en-US" altLang="en-US" sz="2000"/>
              <a:t> </a:t>
            </a:r>
            <a:r>
              <a:rPr lang="en-US" altLang="en-US" sz="2000" err="1"/>
              <a:t>bài</a:t>
            </a:r>
            <a:r>
              <a:rPr lang="en-US" altLang="en-US" sz="2000"/>
              <a:t> </a:t>
            </a:r>
            <a:r>
              <a:rPr lang="en-US" altLang="en-US" sz="2000" err="1"/>
              <a:t>toán</a:t>
            </a:r>
            <a:r>
              <a:rPr lang="en-US" altLang="en-US" sz="2000"/>
              <a:t> </a:t>
            </a:r>
          </a:p>
          <a:p>
            <a:pPr lvl="2"/>
            <a:r>
              <a:rPr lang="en-US" altLang="en-US" sz="1800" err="1"/>
              <a:t>Thông</a:t>
            </a:r>
            <a:r>
              <a:rPr lang="en-US" altLang="en-US" sz="1800"/>
              <a:t> tin </a:t>
            </a:r>
            <a:r>
              <a:rPr lang="en-US" altLang="en-US" sz="1800" err="1"/>
              <a:t>vào</a:t>
            </a:r>
            <a:endParaRPr lang="en-US" altLang="en-US" sz="1800"/>
          </a:p>
          <a:p>
            <a:pPr lvl="2"/>
            <a:r>
              <a:rPr lang="en-US" altLang="en-US" sz="1800" err="1"/>
              <a:t>Thông</a:t>
            </a:r>
            <a:r>
              <a:rPr lang="en-US" altLang="en-US" sz="1800"/>
              <a:t> tin </a:t>
            </a:r>
            <a:r>
              <a:rPr lang="en-US" altLang="en-US" sz="1800" err="1"/>
              <a:t>ra</a:t>
            </a:r>
            <a:r>
              <a:rPr lang="en-US" altLang="en-US" sz="1800"/>
              <a:t> (</a:t>
            </a:r>
            <a:r>
              <a:rPr lang="en-US" altLang="en-US" sz="1800" err="1"/>
              <a:t>kết</a:t>
            </a:r>
            <a:r>
              <a:rPr lang="en-US" altLang="en-US" sz="1800"/>
              <a:t> </a:t>
            </a:r>
            <a:r>
              <a:rPr lang="en-US" altLang="en-US" sz="1800" err="1"/>
              <a:t>quả</a:t>
            </a:r>
            <a:r>
              <a:rPr lang="en-US" altLang="en-US" sz="1800"/>
              <a:t>) </a:t>
            </a:r>
          </a:p>
          <a:p>
            <a:pPr lvl="2"/>
            <a:r>
              <a:rPr lang="en-US" altLang="en-US" sz="1800" err="1"/>
              <a:t>Thông</a:t>
            </a:r>
            <a:r>
              <a:rPr lang="en-US" altLang="en-US" sz="1800"/>
              <a:t> tin </a:t>
            </a:r>
            <a:r>
              <a:rPr lang="en-US" altLang="en-US" sz="1800" err="1"/>
              <a:t>trung</a:t>
            </a:r>
            <a:r>
              <a:rPr lang="en-US" altLang="en-US" sz="1800"/>
              <a:t> </a:t>
            </a:r>
            <a:r>
              <a:rPr lang="en-US" altLang="en-US" sz="1800" err="1"/>
              <a:t>gian</a:t>
            </a:r>
            <a:r>
              <a:rPr lang="en-US" altLang="en-US" sz="1800"/>
              <a:t> (</a:t>
            </a:r>
            <a:r>
              <a:rPr lang="en-US" altLang="en-US" sz="1800" err="1"/>
              <a:t>nếu</a:t>
            </a:r>
            <a:r>
              <a:rPr lang="en-US" altLang="en-US" sz="1800"/>
              <a:t> </a:t>
            </a:r>
            <a:r>
              <a:rPr lang="en-US" altLang="en-US" sz="1800" err="1"/>
              <a:t>cần</a:t>
            </a:r>
            <a:r>
              <a:rPr lang="en-US" altLang="en-US" sz="1800"/>
              <a:t>)</a:t>
            </a:r>
          </a:p>
          <a:p>
            <a:endParaRPr lang="en-US" sz="2800"/>
          </a:p>
        </p:txBody>
      </p:sp>
    </p:spTree>
    <p:extLst>
      <p:ext uri="{BB962C8B-B14F-4D97-AF65-F5344CB8AC3E}">
        <p14:creationId xmlns:p14="http://schemas.microsoft.com/office/powerpoint/2010/main" val="3902080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10</a:t>
            </a:fld>
            <a:endParaRPr lang="en-US"/>
          </a:p>
        </p:txBody>
      </p:sp>
      <p:sp>
        <p:nvSpPr>
          <p:cNvPr id="2" name="Title 1"/>
          <p:cNvSpPr>
            <a:spLocks noGrp="1"/>
          </p:cNvSpPr>
          <p:nvPr>
            <p:ph type="title"/>
          </p:nvPr>
        </p:nvSpPr>
        <p:spPr/>
        <p:txBody>
          <a:bodyPr/>
          <a:lstStyle/>
          <a:p>
            <a:r>
              <a:rPr lang="en-US" altLang="en-US"/>
              <a:t>2.2. </a:t>
            </a:r>
            <a:r>
              <a:rPr lang="en-US" altLang="en-US" err="1"/>
              <a:t>Dữ</a:t>
            </a:r>
            <a:r>
              <a:rPr lang="en-US" altLang="en-US"/>
              <a:t> </a:t>
            </a:r>
            <a:r>
              <a:rPr lang="en-US" altLang="en-US" err="1"/>
              <a:t>liệu</a:t>
            </a:r>
            <a:endParaRPr lang="en-US"/>
          </a:p>
        </p:txBody>
      </p:sp>
      <p:sp>
        <p:nvSpPr>
          <p:cNvPr id="3" name="Content Placeholder 2"/>
          <p:cNvSpPr>
            <a:spLocks noGrp="1"/>
          </p:cNvSpPr>
          <p:nvPr>
            <p:ph type="body" sz="quarter" idx="13"/>
          </p:nvPr>
        </p:nvSpPr>
        <p:spPr/>
        <p:txBody>
          <a:bodyPr/>
          <a:lstStyle/>
          <a:p>
            <a:pPr eaLnBrk="1" hangingPunct="1"/>
            <a:r>
              <a:rPr lang="en-US" altLang="en-US" sz="2400" err="1"/>
              <a:t>Dữ</a:t>
            </a:r>
            <a:r>
              <a:rPr lang="en-US" altLang="en-US" sz="2400"/>
              <a:t> </a:t>
            </a:r>
            <a:r>
              <a:rPr lang="en-US" altLang="en-US" sz="2400" err="1"/>
              <a:t>liệu</a:t>
            </a:r>
            <a:r>
              <a:rPr lang="en-US" altLang="en-US" sz="2400"/>
              <a:t> </a:t>
            </a:r>
            <a:r>
              <a:rPr lang="en-US" altLang="en-US" sz="2400" err="1"/>
              <a:t>gồm</a:t>
            </a:r>
            <a:r>
              <a:rPr lang="en-US" altLang="en-US" sz="2400"/>
              <a:t> </a:t>
            </a:r>
            <a:r>
              <a:rPr lang="en-US" altLang="en-US" sz="2400" err="1"/>
              <a:t>có</a:t>
            </a:r>
            <a:r>
              <a:rPr lang="en-US" altLang="en-US" sz="2400"/>
              <a:t> </a:t>
            </a:r>
            <a:r>
              <a:rPr lang="en-US" altLang="en-US" sz="2400" err="1"/>
              <a:t>hai</a:t>
            </a:r>
            <a:r>
              <a:rPr lang="en-US" altLang="en-US" sz="2400"/>
              <a:t> </a:t>
            </a:r>
            <a:r>
              <a:rPr lang="en-US" altLang="en-US" sz="2400" err="1"/>
              <a:t>mặt</a:t>
            </a:r>
            <a:r>
              <a:rPr lang="en-US" altLang="en-US" sz="2400"/>
              <a:t>:</a:t>
            </a:r>
          </a:p>
          <a:p>
            <a:pPr lvl="1" eaLnBrk="1" hangingPunct="1"/>
            <a:r>
              <a:rPr lang="en-US" altLang="en-US" sz="2200" b="1" err="1"/>
              <a:t>Mặt</a:t>
            </a:r>
            <a:r>
              <a:rPr lang="en-US" altLang="en-US" sz="2200" b="1"/>
              <a:t> </a:t>
            </a:r>
            <a:r>
              <a:rPr lang="en-US" altLang="en-US" sz="2200" b="1" err="1"/>
              <a:t>tĩnh</a:t>
            </a:r>
            <a:r>
              <a:rPr lang="en-US" altLang="en-US" sz="2200"/>
              <a:t> (static): </a:t>
            </a:r>
          </a:p>
          <a:p>
            <a:pPr lvl="2"/>
            <a:r>
              <a:rPr lang="en-US" altLang="en-US" sz="1900" err="1"/>
              <a:t>Kiểu</a:t>
            </a:r>
            <a:r>
              <a:rPr lang="en-US" altLang="en-US" sz="1900"/>
              <a:t> </a:t>
            </a:r>
            <a:r>
              <a:rPr lang="en-US" altLang="en-US" sz="1900" err="1"/>
              <a:t>dữ</a:t>
            </a:r>
            <a:r>
              <a:rPr lang="en-US" altLang="en-US" sz="1900"/>
              <a:t> </a:t>
            </a:r>
            <a:r>
              <a:rPr lang="en-US" altLang="en-US" sz="1900" err="1"/>
              <a:t>liệu</a:t>
            </a:r>
            <a:r>
              <a:rPr lang="en-US" altLang="en-US" sz="1900"/>
              <a:t> (data type) </a:t>
            </a:r>
          </a:p>
          <a:p>
            <a:pPr lvl="2"/>
            <a:r>
              <a:rPr lang="en-US" altLang="en-US" sz="1800" err="1"/>
              <a:t>Cách</a:t>
            </a:r>
            <a:r>
              <a:rPr lang="en-US" altLang="en-US" sz="1800"/>
              <a:t> </a:t>
            </a:r>
            <a:r>
              <a:rPr lang="en-US" altLang="en-US" sz="1800" err="1"/>
              <a:t>tổ</a:t>
            </a:r>
            <a:r>
              <a:rPr lang="en-US" altLang="en-US" sz="1800"/>
              <a:t> </a:t>
            </a:r>
            <a:r>
              <a:rPr lang="en-US" altLang="en-US" sz="1800" err="1"/>
              <a:t>chức</a:t>
            </a:r>
            <a:r>
              <a:rPr lang="en-US" altLang="en-US" sz="1800"/>
              <a:t> </a:t>
            </a:r>
            <a:r>
              <a:rPr lang="en-US" altLang="en-US" sz="1800" err="1"/>
              <a:t>dữ</a:t>
            </a:r>
            <a:r>
              <a:rPr lang="en-US" altLang="en-US" sz="1800"/>
              <a:t> </a:t>
            </a:r>
            <a:r>
              <a:rPr lang="en-US" altLang="en-US" sz="1800" err="1"/>
              <a:t>liệu</a:t>
            </a:r>
            <a:endParaRPr lang="en-US" altLang="en-US" sz="1800"/>
          </a:p>
          <a:p>
            <a:pPr lvl="2"/>
            <a:r>
              <a:rPr lang="en-US" altLang="en-US" sz="1800" err="1"/>
              <a:t>Miền</a:t>
            </a:r>
            <a:r>
              <a:rPr lang="en-US" altLang="en-US" sz="1800"/>
              <a:t> </a:t>
            </a:r>
            <a:r>
              <a:rPr lang="en-US" altLang="en-US" sz="1800" err="1"/>
              <a:t>giá</a:t>
            </a:r>
            <a:r>
              <a:rPr lang="en-US" altLang="en-US" sz="1800"/>
              <a:t> </a:t>
            </a:r>
            <a:r>
              <a:rPr lang="en-US" altLang="en-US" sz="1800" err="1"/>
              <a:t>trị</a:t>
            </a:r>
            <a:r>
              <a:rPr lang="en-US" altLang="en-US" sz="1800"/>
              <a:t> </a:t>
            </a:r>
            <a:r>
              <a:rPr lang="en-US" altLang="en-US" sz="1800" err="1"/>
              <a:t>của</a:t>
            </a:r>
            <a:r>
              <a:rPr lang="en-US" altLang="en-US" sz="1800"/>
              <a:t> </a:t>
            </a:r>
            <a:r>
              <a:rPr lang="en-US" altLang="en-US" sz="1800" err="1"/>
              <a:t>dữ</a:t>
            </a:r>
            <a:r>
              <a:rPr lang="en-US" altLang="en-US" sz="1800"/>
              <a:t> </a:t>
            </a:r>
            <a:r>
              <a:rPr lang="en-US" altLang="en-US" sz="1800" err="1"/>
              <a:t>liệu</a:t>
            </a:r>
            <a:endParaRPr lang="en-US" altLang="en-US" sz="1800"/>
          </a:p>
          <a:p>
            <a:pPr lvl="1" eaLnBrk="1" hangingPunct="1"/>
            <a:r>
              <a:rPr lang="en-US" altLang="en-US" sz="2200" b="1" err="1"/>
              <a:t>Mặt</a:t>
            </a:r>
            <a:r>
              <a:rPr lang="en-US" altLang="en-US" sz="2200" b="1"/>
              <a:t> </a:t>
            </a:r>
            <a:r>
              <a:rPr lang="en-US" altLang="en-US" sz="2200" b="1" err="1"/>
              <a:t>động</a:t>
            </a:r>
            <a:r>
              <a:rPr lang="en-US" altLang="en-US" sz="2200"/>
              <a:t> (dynamic): </a:t>
            </a:r>
          </a:p>
          <a:p>
            <a:pPr lvl="2"/>
            <a:r>
              <a:rPr lang="en-US" altLang="en-US" sz="1900" err="1"/>
              <a:t>Trạng</a:t>
            </a:r>
            <a:r>
              <a:rPr lang="en-US" altLang="en-US" sz="1900"/>
              <a:t> </a:t>
            </a:r>
            <a:r>
              <a:rPr lang="en-US" altLang="en-US" sz="1900" err="1"/>
              <a:t>thái</a:t>
            </a:r>
            <a:r>
              <a:rPr lang="en-US" altLang="en-US" sz="1900"/>
              <a:t> </a:t>
            </a:r>
            <a:r>
              <a:rPr lang="en-US" altLang="en-US" sz="1900" err="1"/>
              <a:t>của</a:t>
            </a:r>
            <a:r>
              <a:rPr lang="en-US" altLang="en-US" sz="1900"/>
              <a:t> </a:t>
            </a:r>
            <a:r>
              <a:rPr lang="en-US" altLang="en-US" sz="1900" err="1"/>
              <a:t>dữ</a:t>
            </a:r>
            <a:r>
              <a:rPr lang="en-US" altLang="en-US" sz="1900"/>
              <a:t> </a:t>
            </a:r>
            <a:r>
              <a:rPr lang="en-US" altLang="en-US" sz="1900" err="1"/>
              <a:t>liệu</a:t>
            </a:r>
            <a:r>
              <a:rPr lang="en-US" altLang="en-US" sz="1900"/>
              <a:t> </a:t>
            </a:r>
          </a:p>
          <a:p>
            <a:pPr lvl="2"/>
            <a:r>
              <a:rPr lang="en-US" altLang="en-US" sz="1800" err="1"/>
              <a:t>Nếu</a:t>
            </a:r>
            <a:r>
              <a:rPr lang="en-US" altLang="en-US" sz="1800"/>
              <a:t> </a:t>
            </a:r>
            <a:r>
              <a:rPr lang="en-US" altLang="en-US" sz="1800" err="1"/>
              <a:t>dữ</a:t>
            </a:r>
            <a:r>
              <a:rPr lang="en-US" altLang="en-US" sz="1800"/>
              <a:t> </a:t>
            </a:r>
            <a:r>
              <a:rPr lang="en-US" altLang="en-US" sz="1800" err="1"/>
              <a:t>liệu</a:t>
            </a:r>
            <a:r>
              <a:rPr lang="en-US" altLang="en-US" sz="1800"/>
              <a:t> </a:t>
            </a:r>
            <a:r>
              <a:rPr lang="en-US" altLang="en-US" sz="1800" err="1"/>
              <a:t>đang</a:t>
            </a:r>
            <a:r>
              <a:rPr lang="en-US" altLang="en-US" sz="1800"/>
              <a:t> </a:t>
            </a:r>
            <a:r>
              <a:rPr lang="en-US" altLang="en-US" sz="1800" err="1"/>
              <a:t>tồn</a:t>
            </a:r>
            <a:r>
              <a:rPr lang="en-US" altLang="en-US" sz="1800"/>
              <a:t> </a:t>
            </a:r>
            <a:r>
              <a:rPr lang="en-US" altLang="en-US" sz="1800" err="1"/>
              <a:t>tại</a:t>
            </a:r>
            <a:r>
              <a:rPr lang="en-US" altLang="en-US" sz="1800"/>
              <a:t> </a:t>
            </a:r>
            <a:r>
              <a:rPr lang="en-US" altLang="en-US" sz="1800" err="1"/>
              <a:t>thì</a:t>
            </a:r>
            <a:r>
              <a:rPr lang="en-US" altLang="en-US" sz="1800"/>
              <a:t> </a:t>
            </a:r>
            <a:r>
              <a:rPr lang="en-US" altLang="en-US" sz="1800" err="1"/>
              <a:t>mặt</a:t>
            </a:r>
            <a:r>
              <a:rPr lang="en-US" altLang="en-US" sz="1800"/>
              <a:t> </a:t>
            </a:r>
            <a:r>
              <a:rPr lang="en-US" altLang="en-US" sz="1800" err="1"/>
              <a:t>động</a:t>
            </a:r>
            <a:r>
              <a:rPr lang="en-US" altLang="en-US" sz="1800"/>
              <a:t> </a:t>
            </a:r>
            <a:r>
              <a:rPr lang="en-US" altLang="en-US" sz="1800" err="1"/>
              <a:t>của</a:t>
            </a:r>
            <a:r>
              <a:rPr lang="en-US" altLang="en-US" sz="1800"/>
              <a:t> </a:t>
            </a:r>
            <a:r>
              <a:rPr lang="en-US" altLang="en-US" sz="1800" err="1"/>
              <a:t>nó</a:t>
            </a:r>
            <a:r>
              <a:rPr lang="en-US" altLang="en-US" sz="1800"/>
              <a:t> </a:t>
            </a:r>
            <a:r>
              <a:rPr lang="en-US" altLang="en-US" sz="1800" err="1"/>
              <a:t>còn</a:t>
            </a:r>
            <a:r>
              <a:rPr lang="en-US" altLang="en-US" sz="1800"/>
              <a:t> </a:t>
            </a:r>
            <a:r>
              <a:rPr lang="en-US" altLang="en-US" sz="1800" err="1"/>
              <a:t>thể</a:t>
            </a:r>
            <a:r>
              <a:rPr lang="en-US" altLang="en-US" sz="1800"/>
              <a:t> </a:t>
            </a:r>
            <a:r>
              <a:rPr lang="en-US" altLang="en-US" sz="1800" err="1"/>
              <a:t>hiện</a:t>
            </a:r>
            <a:r>
              <a:rPr lang="en-US" altLang="en-US" sz="1800"/>
              <a:t> ở </a:t>
            </a:r>
            <a:r>
              <a:rPr lang="en-US" altLang="en-US" sz="1800" err="1"/>
              <a:t>giá</a:t>
            </a:r>
            <a:r>
              <a:rPr lang="en-US" altLang="en-US" sz="1800"/>
              <a:t> </a:t>
            </a:r>
            <a:r>
              <a:rPr lang="en-US" altLang="en-US" sz="1800" err="1"/>
              <a:t>trị</a:t>
            </a:r>
            <a:r>
              <a:rPr lang="en-US" altLang="en-US" sz="1800"/>
              <a:t> </a:t>
            </a:r>
            <a:r>
              <a:rPr lang="en-US" altLang="en-US" sz="1800" err="1"/>
              <a:t>cụ</a:t>
            </a:r>
            <a:r>
              <a:rPr lang="en-US" altLang="en-US" sz="1800"/>
              <a:t> </a:t>
            </a:r>
            <a:r>
              <a:rPr lang="en-US" altLang="en-US" sz="1800" err="1"/>
              <a:t>thể</a:t>
            </a:r>
            <a:r>
              <a:rPr lang="en-US" altLang="en-US" sz="1800"/>
              <a:t> </a:t>
            </a:r>
            <a:r>
              <a:rPr lang="en-US" altLang="en-US" sz="1800" err="1"/>
              <a:t>của</a:t>
            </a:r>
            <a:r>
              <a:rPr lang="en-US" altLang="en-US" sz="1800"/>
              <a:t> </a:t>
            </a:r>
            <a:r>
              <a:rPr lang="en-US" altLang="en-US" sz="1800" err="1"/>
              <a:t>dữ</a:t>
            </a:r>
            <a:r>
              <a:rPr lang="en-US" altLang="en-US" sz="1800"/>
              <a:t> </a:t>
            </a:r>
            <a:r>
              <a:rPr lang="en-US" altLang="en-US" sz="1800" err="1"/>
              <a:t>liệu</a:t>
            </a:r>
            <a:r>
              <a:rPr lang="en-US" altLang="en-US" sz="1800"/>
              <a:t> </a:t>
            </a:r>
            <a:r>
              <a:rPr lang="en-US" altLang="en-US" sz="1800" err="1"/>
              <a:t>tại</a:t>
            </a:r>
            <a:r>
              <a:rPr lang="en-US" altLang="en-US" sz="1800"/>
              <a:t> </a:t>
            </a:r>
            <a:r>
              <a:rPr lang="en-US" altLang="en-US" sz="1800" err="1"/>
              <a:t>từng</a:t>
            </a:r>
            <a:r>
              <a:rPr lang="en-US" altLang="en-US" sz="1800"/>
              <a:t> </a:t>
            </a:r>
            <a:r>
              <a:rPr lang="en-US" altLang="en-US" sz="1800" err="1"/>
              <a:t>thời</a:t>
            </a:r>
            <a:r>
              <a:rPr lang="en-US" altLang="en-US" sz="1800"/>
              <a:t> </a:t>
            </a:r>
            <a:r>
              <a:rPr lang="en-US" altLang="en-US" sz="1800" err="1"/>
              <a:t>điểm</a:t>
            </a:r>
            <a:r>
              <a:rPr lang="en-US" altLang="en-US" sz="1800"/>
              <a:t>. </a:t>
            </a:r>
          </a:p>
          <a:p>
            <a:pPr lvl="2"/>
            <a:r>
              <a:rPr lang="en-US" altLang="en-US" sz="1800" err="1"/>
              <a:t>Trạng</a:t>
            </a:r>
            <a:r>
              <a:rPr lang="en-US" altLang="en-US" sz="1800"/>
              <a:t> </a:t>
            </a:r>
            <a:r>
              <a:rPr lang="en-US" altLang="en-US" sz="1800" err="1"/>
              <a:t>thái</a:t>
            </a:r>
            <a:r>
              <a:rPr lang="en-US" altLang="en-US" sz="1800"/>
              <a:t> hay </a:t>
            </a:r>
            <a:r>
              <a:rPr lang="en-US" altLang="en-US" sz="1800" err="1"/>
              <a:t>giá</a:t>
            </a:r>
            <a:r>
              <a:rPr lang="en-US" altLang="en-US" sz="1800"/>
              <a:t> </a:t>
            </a:r>
            <a:r>
              <a:rPr lang="en-US" altLang="en-US" sz="1800" err="1"/>
              <a:t>trị</a:t>
            </a:r>
            <a:r>
              <a:rPr lang="en-US" altLang="en-US" sz="1800"/>
              <a:t> </a:t>
            </a:r>
            <a:r>
              <a:rPr lang="en-US" altLang="en-US" sz="1800" err="1"/>
              <a:t>của</a:t>
            </a:r>
            <a:r>
              <a:rPr lang="en-US" altLang="en-US" sz="1800"/>
              <a:t> </a:t>
            </a:r>
            <a:r>
              <a:rPr lang="en-US" altLang="en-US" sz="1800" err="1"/>
              <a:t>dữ</a:t>
            </a:r>
            <a:r>
              <a:rPr lang="en-US" altLang="en-US" sz="1800"/>
              <a:t> </a:t>
            </a:r>
            <a:r>
              <a:rPr lang="en-US" altLang="en-US" sz="1800" err="1"/>
              <a:t>liệu</a:t>
            </a:r>
            <a:r>
              <a:rPr lang="en-US" altLang="en-US" sz="1800"/>
              <a:t> </a:t>
            </a:r>
            <a:r>
              <a:rPr lang="en-US" altLang="en-US" sz="1800" err="1"/>
              <a:t>sẽ</a:t>
            </a:r>
            <a:r>
              <a:rPr lang="en-US" altLang="en-US" sz="1800"/>
              <a:t> </a:t>
            </a:r>
            <a:r>
              <a:rPr lang="en-US" altLang="en-US" sz="1800" err="1"/>
              <a:t>bị</a:t>
            </a:r>
            <a:r>
              <a:rPr lang="en-US" altLang="en-US" sz="1800"/>
              <a:t> </a:t>
            </a:r>
            <a:r>
              <a:rPr lang="en-US" altLang="en-US" sz="1800" err="1"/>
              <a:t>thay</a:t>
            </a:r>
            <a:r>
              <a:rPr lang="en-US" altLang="en-US" sz="1800"/>
              <a:t> </a:t>
            </a:r>
            <a:r>
              <a:rPr lang="en-US" altLang="en-US" sz="1800" err="1"/>
              <a:t>đổi</a:t>
            </a:r>
            <a:r>
              <a:rPr lang="en-US" altLang="en-US" sz="1800"/>
              <a:t> </a:t>
            </a:r>
            <a:r>
              <a:rPr lang="en-US" altLang="en-US" sz="1800" err="1"/>
              <a:t>khi</a:t>
            </a:r>
            <a:r>
              <a:rPr lang="en-US" altLang="en-US" sz="1800"/>
              <a:t> </a:t>
            </a:r>
            <a:r>
              <a:rPr lang="en-US" altLang="en-US" sz="1800" err="1"/>
              <a:t>xuất</a:t>
            </a:r>
            <a:r>
              <a:rPr lang="en-US" altLang="en-US" sz="1800"/>
              <a:t> </a:t>
            </a:r>
            <a:r>
              <a:rPr lang="en-US" altLang="en-US" sz="1800" err="1"/>
              <a:t>hiện</a:t>
            </a:r>
            <a:r>
              <a:rPr lang="en-US" altLang="en-US" sz="1800"/>
              <a:t> </a:t>
            </a:r>
            <a:r>
              <a:rPr lang="en-US" altLang="en-US" sz="1800" err="1"/>
              <a:t>những</a:t>
            </a:r>
            <a:r>
              <a:rPr lang="en-US" altLang="en-US" sz="1800"/>
              <a:t> </a:t>
            </a:r>
            <a:r>
              <a:rPr lang="en-US" altLang="en-US" sz="1800" err="1"/>
              <a:t>sự</a:t>
            </a:r>
            <a:r>
              <a:rPr lang="en-US" altLang="en-US" sz="1800"/>
              <a:t> </a:t>
            </a:r>
            <a:r>
              <a:rPr lang="en-US" altLang="en-US" sz="1800" err="1"/>
              <a:t>kiện</a:t>
            </a:r>
            <a:r>
              <a:rPr lang="en-US" altLang="en-US" sz="1800"/>
              <a:t>, </a:t>
            </a:r>
            <a:r>
              <a:rPr lang="en-US" altLang="en-US" sz="1800" err="1"/>
              <a:t>thao</a:t>
            </a:r>
            <a:r>
              <a:rPr lang="en-US" altLang="en-US" sz="1800"/>
              <a:t> </a:t>
            </a:r>
            <a:r>
              <a:rPr lang="en-US" altLang="en-US" sz="1800" err="1"/>
              <a:t>tác</a:t>
            </a:r>
            <a:r>
              <a:rPr lang="en-US" altLang="en-US" sz="1800"/>
              <a:t> </a:t>
            </a:r>
            <a:r>
              <a:rPr lang="en-US" altLang="en-US" sz="1800" err="1"/>
              <a:t>tác</a:t>
            </a:r>
            <a:r>
              <a:rPr lang="en-US" altLang="en-US" sz="1800"/>
              <a:t> </a:t>
            </a:r>
            <a:r>
              <a:rPr lang="en-US" altLang="en-US" sz="1800" err="1"/>
              <a:t>động</a:t>
            </a:r>
            <a:r>
              <a:rPr lang="en-US" altLang="en-US" sz="1800"/>
              <a:t> </a:t>
            </a:r>
            <a:r>
              <a:rPr lang="en-US" altLang="en-US" sz="1800" err="1"/>
              <a:t>lên</a:t>
            </a:r>
            <a:r>
              <a:rPr lang="en-US" altLang="en-US" sz="1800"/>
              <a:t> </a:t>
            </a:r>
            <a:r>
              <a:rPr lang="en-US" altLang="en-US" sz="1800" err="1"/>
              <a:t>nó</a:t>
            </a:r>
            <a:r>
              <a:rPr lang="en-US" altLang="en-US" sz="1800"/>
              <a:t>. </a:t>
            </a:r>
          </a:p>
          <a:p>
            <a:pPr lvl="2"/>
            <a:r>
              <a:rPr lang="en-US" altLang="en-US" sz="1800" err="1"/>
              <a:t>Dữ</a:t>
            </a:r>
            <a:r>
              <a:rPr lang="en-US" altLang="en-US" sz="1800"/>
              <a:t> </a:t>
            </a:r>
            <a:r>
              <a:rPr lang="en-US" altLang="en-US" sz="1800" err="1"/>
              <a:t>liệu</a:t>
            </a:r>
            <a:r>
              <a:rPr lang="en-US" altLang="en-US" sz="1800"/>
              <a:t> </a:t>
            </a:r>
            <a:r>
              <a:rPr lang="en-US" altLang="en-US" sz="1800" err="1"/>
              <a:t>có</a:t>
            </a:r>
            <a:r>
              <a:rPr lang="en-US" altLang="en-US" sz="1800"/>
              <a:t> </a:t>
            </a:r>
            <a:r>
              <a:rPr lang="en-US" altLang="en-US" sz="1800" err="1"/>
              <a:t>thể</a:t>
            </a:r>
            <a:r>
              <a:rPr lang="en-US" altLang="en-US" sz="1800"/>
              <a:t> </a:t>
            </a:r>
            <a:r>
              <a:rPr lang="en-US" altLang="en-US" sz="1800" err="1"/>
              <a:t>tồn</a:t>
            </a:r>
            <a:r>
              <a:rPr lang="en-US" altLang="en-US" sz="1800"/>
              <a:t> </a:t>
            </a:r>
            <a:r>
              <a:rPr lang="en-US" altLang="en-US" sz="1800" err="1"/>
              <a:t>tại</a:t>
            </a:r>
            <a:r>
              <a:rPr lang="en-US" altLang="en-US" sz="1800"/>
              <a:t> hay </a:t>
            </a:r>
            <a:r>
              <a:rPr lang="en-US" altLang="en-US" sz="1800" err="1"/>
              <a:t>không</a:t>
            </a:r>
            <a:r>
              <a:rPr lang="en-US" altLang="en-US" sz="1800"/>
              <a:t> </a:t>
            </a:r>
            <a:r>
              <a:rPr lang="en-US" altLang="en-US" sz="1800" err="1"/>
              <a:t>tồn</a:t>
            </a:r>
            <a:r>
              <a:rPr lang="en-US" altLang="en-US" sz="1800"/>
              <a:t> </a:t>
            </a:r>
            <a:r>
              <a:rPr lang="en-US" altLang="en-US" sz="1800" err="1"/>
              <a:t>tại</a:t>
            </a:r>
            <a:r>
              <a:rPr lang="en-US" altLang="en-US" sz="1800"/>
              <a:t>, </a:t>
            </a:r>
            <a:r>
              <a:rPr lang="en-US" altLang="en-US" sz="1800" err="1"/>
              <a:t>sẵn</a:t>
            </a:r>
            <a:r>
              <a:rPr lang="en-US" altLang="en-US" sz="1800"/>
              <a:t> </a:t>
            </a:r>
            <a:r>
              <a:rPr lang="en-US" altLang="en-US" sz="1800" err="1"/>
              <a:t>sàng</a:t>
            </a:r>
            <a:r>
              <a:rPr lang="en-US" altLang="en-US" sz="1800"/>
              <a:t> hay </a:t>
            </a:r>
            <a:r>
              <a:rPr lang="en-US" altLang="en-US" sz="1800" err="1"/>
              <a:t>không</a:t>
            </a:r>
            <a:r>
              <a:rPr lang="en-US" altLang="en-US" sz="1800"/>
              <a:t> </a:t>
            </a:r>
            <a:r>
              <a:rPr lang="en-US" altLang="en-US" sz="1800" err="1"/>
              <a:t>sẵn</a:t>
            </a:r>
            <a:r>
              <a:rPr lang="en-US" altLang="en-US" sz="1800"/>
              <a:t> </a:t>
            </a:r>
            <a:r>
              <a:rPr lang="en-US" altLang="en-US" sz="1800" err="1"/>
              <a:t>sàng</a:t>
            </a:r>
            <a:endParaRPr lang="en-US" altLang="en-US" sz="2400"/>
          </a:p>
          <a:p>
            <a:endParaRPr lang="en-US" sz="2800"/>
          </a:p>
        </p:txBody>
      </p:sp>
    </p:spTree>
    <p:extLst>
      <p:ext uri="{BB962C8B-B14F-4D97-AF65-F5344CB8AC3E}">
        <p14:creationId xmlns:p14="http://schemas.microsoft.com/office/powerpoint/2010/main" val="507447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11</a:t>
            </a:fld>
            <a:endParaRPr lang="en-US"/>
          </a:p>
        </p:txBody>
      </p:sp>
      <p:sp>
        <p:nvSpPr>
          <p:cNvPr id="2" name="Title 1"/>
          <p:cNvSpPr>
            <a:spLocks noGrp="1"/>
          </p:cNvSpPr>
          <p:nvPr>
            <p:ph type="title"/>
          </p:nvPr>
        </p:nvSpPr>
        <p:spPr/>
        <p:txBody>
          <a:bodyPr/>
          <a:lstStyle/>
          <a:p>
            <a:r>
              <a:rPr lang="en-US"/>
              <a:t>2.2. </a:t>
            </a:r>
            <a:r>
              <a:rPr lang="en-US" err="1"/>
              <a:t>Dữ</a:t>
            </a:r>
            <a:r>
              <a:rPr lang="en-US"/>
              <a:t> </a:t>
            </a:r>
            <a:r>
              <a:rPr lang="en-US" err="1"/>
              <a:t>liệu</a:t>
            </a:r>
            <a:endParaRPr lang="en-US"/>
          </a:p>
        </p:txBody>
      </p:sp>
      <p:sp>
        <p:nvSpPr>
          <p:cNvPr id="3" name="Content Placeholder 2"/>
          <p:cNvSpPr>
            <a:spLocks noGrp="1"/>
          </p:cNvSpPr>
          <p:nvPr>
            <p:ph type="body" sz="quarter" idx="13"/>
          </p:nvPr>
        </p:nvSpPr>
        <p:spPr/>
        <p:txBody>
          <a:bodyPr>
            <a:normAutofit/>
          </a:bodyPr>
          <a:lstStyle/>
          <a:p>
            <a:r>
              <a:rPr lang="en-US" sz="2400"/>
              <a:t>Hai </a:t>
            </a:r>
            <a:r>
              <a:rPr lang="en-US" sz="2400" err="1"/>
              <a:t>mặt</a:t>
            </a:r>
            <a:r>
              <a:rPr lang="en-US" sz="2400"/>
              <a:t> </a:t>
            </a:r>
            <a:r>
              <a:rPr lang="en-US" sz="2400" err="1"/>
              <a:t>tĩnh</a:t>
            </a:r>
            <a:r>
              <a:rPr lang="en-US" sz="2400"/>
              <a:t> </a:t>
            </a:r>
            <a:r>
              <a:rPr lang="en-US" sz="2400" err="1"/>
              <a:t>và</a:t>
            </a:r>
            <a:r>
              <a:rPr lang="en-US" sz="2400"/>
              <a:t> </a:t>
            </a:r>
            <a:r>
              <a:rPr lang="en-US" sz="2400" err="1"/>
              <a:t>động</a:t>
            </a:r>
            <a:r>
              <a:rPr lang="en-US" sz="2400"/>
              <a:t> </a:t>
            </a:r>
            <a:r>
              <a:rPr lang="en-US" sz="2400" err="1"/>
              <a:t>của</a:t>
            </a:r>
            <a:r>
              <a:rPr lang="en-US" sz="2400"/>
              <a:t> </a:t>
            </a:r>
            <a:r>
              <a:rPr lang="en-US" sz="2400" err="1"/>
              <a:t>dữ</a:t>
            </a:r>
            <a:r>
              <a:rPr lang="en-US" sz="2400"/>
              <a:t> </a:t>
            </a:r>
            <a:r>
              <a:rPr lang="en-US" sz="2400" err="1"/>
              <a:t>liệu</a:t>
            </a:r>
            <a:r>
              <a:rPr lang="en-US" sz="2400"/>
              <a:t> </a:t>
            </a:r>
            <a:r>
              <a:rPr lang="en-US" sz="2400" err="1"/>
              <a:t>có</a:t>
            </a:r>
            <a:r>
              <a:rPr lang="en-US" sz="2400"/>
              <a:t> </a:t>
            </a:r>
            <a:r>
              <a:rPr lang="en-US" sz="2400" err="1"/>
              <a:t>quan</a:t>
            </a:r>
            <a:r>
              <a:rPr lang="en-US" sz="2400"/>
              <a:t> </a:t>
            </a:r>
            <a:r>
              <a:rPr lang="en-US" sz="2400" err="1"/>
              <a:t>hệ</a:t>
            </a:r>
            <a:r>
              <a:rPr lang="en-US" sz="2400"/>
              <a:t> </a:t>
            </a:r>
            <a:r>
              <a:rPr lang="en-US" sz="2400" err="1"/>
              <a:t>chặt</a:t>
            </a:r>
            <a:r>
              <a:rPr lang="en-US" sz="2400"/>
              <a:t> </a:t>
            </a:r>
            <a:r>
              <a:rPr lang="en-US" sz="2400" err="1"/>
              <a:t>chẽ</a:t>
            </a:r>
            <a:r>
              <a:rPr lang="en-US" sz="2400"/>
              <a:t> </a:t>
            </a:r>
            <a:r>
              <a:rPr lang="en-US" sz="2400" err="1"/>
              <a:t>với</a:t>
            </a:r>
            <a:r>
              <a:rPr lang="en-US" sz="2400"/>
              <a:t> </a:t>
            </a:r>
            <a:r>
              <a:rPr lang="en-US" sz="2400" err="1"/>
              <a:t>nhau</a:t>
            </a:r>
            <a:r>
              <a:rPr lang="en-US" sz="2400"/>
              <a:t>, </a:t>
            </a:r>
            <a:r>
              <a:rPr lang="en-US" sz="2400" err="1"/>
              <a:t>không</a:t>
            </a:r>
            <a:r>
              <a:rPr lang="en-US" sz="2400"/>
              <a:t> </a:t>
            </a:r>
            <a:r>
              <a:rPr lang="en-US" sz="2400" err="1"/>
              <a:t>thể</a:t>
            </a:r>
            <a:r>
              <a:rPr lang="en-US" sz="2400"/>
              <a:t> </a:t>
            </a:r>
            <a:r>
              <a:rPr lang="en-US" sz="2400" err="1"/>
              <a:t>tách</a:t>
            </a:r>
            <a:r>
              <a:rPr lang="en-US" sz="2400"/>
              <a:t> </a:t>
            </a:r>
            <a:r>
              <a:rPr lang="en-US" sz="2400" err="1"/>
              <a:t>rời</a:t>
            </a:r>
            <a:endParaRPr lang="en-US" sz="2400"/>
          </a:p>
          <a:p>
            <a:pPr lvl="1"/>
            <a:r>
              <a:rPr lang="en-US" sz="2400" err="1"/>
              <a:t>Ví</a:t>
            </a:r>
            <a:r>
              <a:rPr lang="en-US" sz="2400"/>
              <a:t> </a:t>
            </a:r>
            <a:r>
              <a:rPr lang="en-US" sz="2400" err="1"/>
              <a:t>dụ</a:t>
            </a:r>
            <a:r>
              <a:rPr lang="en-US" sz="2400"/>
              <a:t>: </a:t>
            </a:r>
          </a:p>
          <a:p>
            <a:pPr marL="1371600" lvl="2" indent="0">
              <a:buNone/>
            </a:pPr>
            <a:r>
              <a:rPr lang="en-US" sz="2000" err="1"/>
              <a:t>int</a:t>
            </a:r>
            <a:r>
              <a:rPr lang="en-US" sz="2000"/>
              <a:t> n ;</a:t>
            </a:r>
          </a:p>
          <a:p>
            <a:pPr marL="1371600" lvl="2" indent="0">
              <a:buNone/>
            </a:pPr>
            <a:r>
              <a:rPr lang="en-US" sz="2000"/>
              <a:t>n = x0;</a:t>
            </a:r>
          </a:p>
          <a:p>
            <a:pPr marL="1371600" lvl="2" indent="0">
              <a:buNone/>
            </a:pPr>
            <a:r>
              <a:rPr lang="en-US" sz="2000"/>
              <a:t>n = x1; </a:t>
            </a:r>
          </a:p>
          <a:p>
            <a:pPr marL="1371600" lvl="2" indent="0">
              <a:buNone/>
            </a:pPr>
            <a:r>
              <a:rPr lang="en-US" sz="2000"/>
              <a:t>…</a:t>
            </a:r>
          </a:p>
        </p:txBody>
      </p:sp>
      <p:pic>
        <p:nvPicPr>
          <p:cNvPr id="6" name="Picture 5"/>
          <p:cNvPicPr>
            <a:picLocks noChangeAspect="1"/>
          </p:cNvPicPr>
          <p:nvPr/>
        </p:nvPicPr>
        <p:blipFill>
          <a:blip r:embed="rId3"/>
          <a:stretch>
            <a:fillRect/>
          </a:stretch>
        </p:blipFill>
        <p:spPr>
          <a:xfrm>
            <a:off x="1603375" y="4191000"/>
            <a:ext cx="6048827" cy="1564995"/>
          </a:xfrm>
          <a:prstGeom prst="rect">
            <a:avLst/>
          </a:prstGeom>
        </p:spPr>
      </p:pic>
    </p:spTree>
    <p:extLst>
      <p:ext uri="{BB962C8B-B14F-4D97-AF65-F5344CB8AC3E}">
        <p14:creationId xmlns:p14="http://schemas.microsoft.com/office/powerpoint/2010/main" val="2121705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12</a:t>
            </a:fld>
            <a:endParaRPr lang="en-US"/>
          </a:p>
        </p:txBody>
      </p:sp>
      <p:sp>
        <p:nvSpPr>
          <p:cNvPr id="2" name="Title 1"/>
          <p:cNvSpPr>
            <a:spLocks noGrp="1"/>
          </p:cNvSpPr>
          <p:nvPr>
            <p:ph type="title"/>
          </p:nvPr>
        </p:nvSpPr>
        <p:spPr/>
        <p:txBody>
          <a:bodyPr/>
          <a:lstStyle/>
          <a:p>
            <a:r>
              <a:rPr lang="en-US" altLang="en-US"/>
              <a:t>2.2.1. </a:t>
            </a:r>
            <a:r>
              <a:rPr lang="en-US" altLang="en-US" err="1"/>
              <a:t>Cấu</a:t>
            </a:r>
            <a:r>
              <a:rPr lang="en-US" altLang="en-US"/>
              <a:t> </a:t>
            </a:r>
            <a:r>
              <a:rPr lang="en-US" altLang="en-US" err="1"/>
              <a:t>trúc</a:t>
            </a:r>
            <a:r>
              <a:rPr lang="en-US" altLang="en-US"/>
              <a:t> </a:t>
            </a:r>
            <a:r>
              <a:rPr lang="en-US" altLang="en-US" err="1"/>
              <a:t>dữ</a:t>
            </a:r>
            <a:r>
              <a:rPr lang="en-US" altLang="en-US"/>
              <a:t> </a:t>
            </a:r>
            <a:r>
              <a:rPr lang="en-US" altLang="en-US" err="1"/>
              <a:t>liệu</a:t>
            </a:r>
            <a:endParaRPr lang="en-US"/>
          </a:p>
        </p:txBody>
      </p:sp>
      <p:sp>
        <p:nvSpPr>
          <p:cNvPr id="3" name="Content Placeholder 2"/>
          <p:cNvSpPr>
            <a:spLocks noGrp="1"/>
          </p:cNvSpPr>
          <p:nvPr>
            <p:ph type="body" sz="quarter" idx="13"/>
          </p:nvPr>
        </p:nvSpPr>
        <p:spPr/>
        <p:txBody>
          <a:bodyPr>
            <a:normAutofit/>
          </a:bodyPr>
          <a:lstStyle/>
          <a:p>
            <a:r>
              <a:rPr lang="en-US" altLang="en-US" sz="2400" err="1"/>
              <a:t>Dữ</a:t>
            </a:r>
            <a:r>
              <a:rPr lang="en-US" altLang="en-US" sz="2400"/>
              <a:t> </a:t>
            </a:r>
            <a:r>
              <a:rPr lang="en-US" altLang="en-US" sz="2400" err="1"/>
              <a:t>liệu</a:t>
            </a:r>
            <a:r>
              <a:rPr lang="en-US" altLang="en-US" sz="2400"/>
              <a:t> </a:t>
            </a:r>
            <a:r>
              <a:rPr lang="en-US" altLang="en-US" sz="2400" err="1"/>
              <a:t>cơ</a:t>
            </a:r>
            <a:r>
              <a:rPr lang="en-US" altLang="en-US" sz="2400"/>
              <a:t> </a:t>
            </a:r>
            <a:r>
              <a:rPr lang="en-US" altLang="en-US" sz="2400" err="1"/>
              <a:t>bản</a:t>
            </a:r>
            <a:r>
              <a:rPr lang="en-US" altLang="en-US" sz="2400"/>
              <a:t>:</a:t>
            </a:r>
          </a:p>
          <a:p>
            <a:pPr lvl="1"/>
            <a:r>
              <a:rPr lang="en-US" altLang="en-US" sz="2100" err="1"/>
              <a:t>Dữ</a:t>
            </a:r>
            <a:r>
              <a:rPr lang="en-US" altLang="en-US" sz="2100"/>
              <a:t> </a:t>
            </a:r>
            <a:r>
              <a:rPr lang="en-US" altLang="en-US" sz="2100" err="1"/>
              <a:t>liệu</a:t>
            </a:r>
            <a:r>
              <a:rPr lang="en-US" altLang="en-US" sz="2100"/>
              <a:t> </a:t>
            </a:r>
            <a:r>
              <a:rPr lang="en-US" altLang="en-US" sz="2100" err="1"/>
              <a:t>vô</a:t>
            </a:r>
            <a:r>
              <a:rPr lang="en-US" altLang="en-US" sz="2100"/>
              <a:t> </a:t>
            </a:r>
            <a:r>
              <a:rPr lang="en-US" altLang="en-US" sz="2100" err="1"/>
              <a:t>hướng</a:t>
            </a:r>
            <a:r>
              <a:rPr lang="en-US" altLang="en-US" sz="2100"/>
              <a:t>, </a:t>
            </a:r>
            <a:r>
              <a:rPr lang="en-US" altLang="en-US" sz="2100" err="1"/>
              <a:t>dữ</a:t>
            </a:r>
            <a:r>
              <a:rPr lang="en-US" altLang="en-US" sz="2100"/>
              <a:t> </a:t>
            </a:r>
            <a:r>
              <a:rPr lang="en-US" altLang="en-US" sz="2100" err="1"/>
              <a:t>liệu</a:t>
            </a:r>
            <a:r>
              <a:rPr lang="en-US" altLang="en-US" sz="2100"/>
              <a:t> </a:t>
            </a:r>
            <a:r>
              <a:rPr lang="en-US" altLang="en-US" sz="2100" err="1"/>
              <a:t>đơn</a:t>
            </a:r>
            <a:r>
              <a:rPr lang="en-US" altLang="en-US" sz="2100"/>
              <a:t>.</a:t>
            </a:r>
          </a:p>
          <a:p>
            <a:pPr lvl="1"/>
            <a:r>
              <a:rPr lang="en-US" altLang="en-US" sz="2100" err="1"/>
              <a:t>Số</a:t>
            </a:r>
            <a:r>
              <a:rPr lang="en-US" altLang="en-US" sz="2100"/>
              <a:t> </a:t>
            </a:r>
            <a:r>
              <a:rPr lang="en-US" altLang="en-US" sz="2100" err="1"/>
              <a:t>nguyên</a:t>
            </a:r>
            <a:r>
              <a:rPr lang="en-US" altLang="en-US" sz="2100"/>
              <a:t>, </a:t>
            </a:r>
            <a:r>
              <a:rPr lang="en-US" altLang="en-US" sz="2100" err="1"/>
              <a:t>số</a:t>
            </a:r>
            <a:r>
              <a:rPr lang="en-US" altLang="en-US" sz="2100"/>
              <a:t> </a:t>
            </a:r>
            <a:r>
              <a:rPr lang="en-US" altLang="en-US" sz="2100" err="1"/>
              <a:t>thực</a:t>
            </a:r>
            <a:r>
              <a:rPr lang="en-US" altLang="en-US" sz="2100"/>
              <a:t>, </a:t>
            </a:r>
            <a:r>
              <a:rPr lang="en-US" altLang="en-US" sz="2100" err="1"/>
              <a:t>ký</a:t>
            </a:r>
            <a:r>
              <a:rPr lang="en-US" altLang="en-US" sz="2100"/>
              <a:t> </a:t>
            </a:r>
            <a:r>
              <a:rPr lang="en-US" altLang="en-US" sz="2100" err="1"/>
              <a:t>tự</a:t>
            </a:r>
            <a:r>
              <a:rPr lang="en-US" altLang="en-US" sz="2100"/>
              <a:t>, con </a:t>
            </a:r>
            <a:r>
              <a:rPr lang="en-US" altLang="en-US" sz="2100" err="1"/>
              <a:t>trỏ</a:t>
            </a:r>
            <a:endParaRPr lang="en-US" altLang="en-US" sz="2100"/>
          </a:p>
          <a:p>
            <a:r>
              <a:rPr lang="en-US" altLang="en-US" sz="2400" b="1" err="1"/>
              <a:t>Dữ</a:t>
            </a:r>
            <a:r>
              <a:rPr lang="en-US" altLang="en-US" sz="2400" b="1"/>
              <a:t> </a:t>
            </a:r>
            <a:r>
              <a:rPr lang="en-US" altLang="en-US" sz="2400" b="1" err="1"/>
              <a:t>liệu</a:t>
            </a:r>
            <a:r>
              <a:rPr lang="en-US" altLang="en-US" sz="2400" b="1"/>
              <a:t> </a:t>
            </a:r>
            <a:r>
              <a:rPr lang="en-US" altLang="en-US" sz="2400" b="1" err="1"/>
              <a:t>có</a:t>
            </a:r>
            <a:r>
              <a:rPr lang="en-US" altLang="en-US" sz="2400" b="1"/>
              <a:t> </a:t>
            </a:r>
            <a:r>
              <a:rPr lang="en-US" altLang="en-US" sz="2400" b="1" err="1"/>
              <a:t>cấu</a:t>
            </a:r>
            <a:r>
              <a:rPr lang="en-US" altLang="en-US" sz="2400" b="1"/>
              <a:t> </a:t>
            </a:r>
            <a:r>
              <a:rPr lang="en-US" altLang="en-US" sz="2400" b="1" err="1"/>
              <a:t>trúc</a:t>
            </a:r>
            <a:r>
              <a:rPr lang="en-US" altLang="en-US" sz="2400"/>
              <a:t>: </a:t>
            </a:r>
          </a:p>
          <a:p>
            <a:pPr lvl="1" eaLnBrk="1" hangingPunct="1"/>
            <a:r>
              <a:rPr lang="en-US" altLang="en-US" sz="2400" err="1"/>
              <a:t>Là</a:t>
            </a:r>
            <a:r>
              <a:rPr lang="en-US" altLang="en-US" sz="2400"/>
              <a:t> </a:t>
            </a:r>
            <a:r>
              <a:rPr lang="en-US" altLang="en-US" sz="2400" err="1"/>
              <a:t>kiểu</a:t>
            </a:r>
            <a:r>
              <a:rPr lang="en-US" altLang="en-US" sz="2400"/>
              <a:t> </a:t>
            </a:r>
            <a:r>
              <a:rPr lang="en-US" altLang="en-US" sz="2400" err="1"/>
              <a:t>dữ</a:t>
            </a:r>
            <a:r>
              <a:rPr lang="en-US" altLang="en-US" sz="2400"/>
              <a:t> </a:t>
            </a:r>
            <a:r>
              <a:rPr lang="en-US" altLang="en-US" sz="2400" err="1"/>
              <a:t>liệu</a:t>
            </a:r>
            <a:r>
              <a:rPr lang="en-US" altLang="en-US" sz="2400"/>
              <a:t> </a:t>
            </a:r>
            <a:r>
              <a:rPr lang="en-US" altLang="en-US" sz="2400" err="1"/>
              <a:t>mà</a:t>
            </a:r>
            <a:r>
              <a:rPr lang="en-US" altLang="en-US" sz="2400"/>
              <a:t> </a:t>
            </a:r>
            <a:r>
              <a:rPr lang="en-US" altLang="en-US" sz="2400" err="1"/>
              <a:t>bên</a:t>
            </a:r>
            <a:r>
              <a:rPr lang="en-US" altLang="en-US" sz="2400"/>
              <a:t> </a:t>
            </a:r>
            <a:r>
              <a:rPr lang="en-US" altLang="en-US" sz="2400" err="1"/>
              <a:t>trong</a:t>
            </a:r>
            <a:r>
              <a:rPr lang="en-US" altLang="en-US" sz="2400"/>
              <a:t> </a:t>
            </a:r>
            <a:r>
              <a:rPr lang="en-US" altLang="en-US" sz="2400" err="1"/>
              <a:t>nó</a:t>
            </a:r>
            <a:r>
              <a:rPr lang="en-US" altLang="en-US" sz="2400"/>
              <a:t> </a:t>
            </a:r>
            <a:r>
              <a:rPr lang="en-US" altLang="en-US" sz="2400" err="1"/>
              <a:t>có</a:t>
            </a:r>
            <a:r>
              <a:rPr lang="en-US" altLang="en-US" sz="2400"/>
              <a:t> </a:t>
            </a:r>
            <a:r>
              <a:rPr lang="en-US" altLang="en-US" sz="2400" err="1"/>
              <a:t>chứa</a:t>
            </a:r>
            <a:r>
              <a:rPr lang="en-US" altLang="en-US" sz="2400"/>
              <a:t> </a:t>
            </a:r>
            <a:r>
              <a:rPr lang="en-US" altLang="en-US" sz="2400" err="1"/>
              <a:t>nhiều</a:t>
            </a:r>
            <a:r>
              <a:rPr lang="en-US" altLang="en-US" sz="2400"/>
              <a:t> </a:t>
            </a:r>
            <a:r>
              <a:rPr lang="en-US" altLang="en-US" sz="2400" err="1"/>
              <a:t>thành</a:t>
            </a:r>
            <a:r>
              <a:rPr lang="en-US" altLang="en-US" sz="2400"/>
              <a:t> </a:t>
            </a:r>
            <a:r>
              <a:rPr lang="en-US" altLang="en-US" sz="2400" err="1"/>
              <a:t>phần</a:t>
            </a:r>
            <a:r>
              <a:rPr lang="en-US" altLang="en-US" sz="2400"/>
              <a:t> </a:t>
            </a:r>
            <a:r>
              <a:rPr lang="en-US" altLang="en-US" sz="2400" err="1"/>
              <a:t>dữ</a:t>
            </a:r>
            <a:r>
              <a:rPr lang="en-US" altLang="en-US" sz="2400"/>
              <a:t> </a:t>
            </a:r>
            <a:r>
              <a:rPr lang="en-US" altLang="en-US" sz="2400" err="1"/>
              <a:t>liệu</a:t>
            </a:r>
            <a:r>
              <a:rPr lang="en-US" altLang="en-US" sz="2400"/>
              <a:t> </a:t>
            </a:r>
            <a:r>
              <a:rPr lang="en-US" altLang="en-US" sz="2400" err="1"/>
              <a:t>đơn</a:t>
            </a:r>
            <a:r>
              <a:rPr lang="en-US" altLang="en-US" sz="2400"/>
              <a:t>/</a:t>
            </a:r>
            <a:r>
              <a:rPr lang="en-US" altLang="en-US" sz="2400" err="1"/>
              <a:t>có</a:t>
            </a:r>
            <a:r>
              <a:rPr lang="en-US" altLang="en-US" sz="2400"/>
              <a:t> </a:t>
            </a:r>
            <a:r>
              <a:rPr lang="en-US" altLang="en-US" sz="2400" err="1"/>
              <a:t>cấu</a:t>
            </a:r>
            <a:r>
              <a:rPr lang="en-US" altLang="en-US" sz="2400"/>
              <a:t> </a:t>
            </a:r>
            <a:r>
              <a:rPr lang="en-US" altLang="en-US" sz="2400" err="1"/>
              <a:t>trúc</a:t>
            </a:r>
            <a:r>
              <a:rPr lang="en-US" altLang="en-US" sz="2400"/>
              <a:t> </a:t>
            </a:r>
            <a:r>
              <a:rPr lang="en-US" altLang="en-US" sz="2400" err="1"/>
              <a:t>và</a:t>
            </a:r>
            <a:r>
              <a:rPr lang="en-US" altLang="en-US" sz="2400"/>
              <a:t> </a:t>
            </a:r>
            <a:r>
              <a:rPr lang="en-US" altLang="en-US" sz="2400" err="1"/>
              <a:t>các</a:t>
            </a:r>
            <a:r>
              <a:rPr lang="en-US" altLang="en-US" sz="2400"/>
              <a:t> </a:t>
            </a:r>
            <a:r>
              <a:rPr lang="en-US" altLang="en-US" sz="2400" err="1"/>
              <a:t>thành</a:t>
            </a:r>
            <a:r>
              <a:rPr lang="en-US" altLang="en-US" sz="2400"/>
              <a:t> </a:t>
            </a:r>
            <a:r>
              <a:rPr lang="en-US" altLang="en-US" sz="2400" err="1"/>
              <a:t>phần</a:t>
            </a:r>
            <a:r>
              <a:rPr lang="en-US" altLang="en-US" sz="2400"/>
              <a:t> </a:t>
            </a:r>
            <a:r>
              <a:rPr lang="en-US" altLang="en-US" sz="2400" err="1"/>
              <a:t>dữ</a:t>
            </a:r>
            <a:r>
              <a:rPr lang="en-US" altLang="en-US" sz="2400"/>
              <a:t> </a:t>
            </a:r>
            <a:r>
              <a:rPr lang="en-US" altLang="en-US" sz="2400" err="1"/>
              <a:t>liệu</a:t>
            </a:r>
            <a:r>
              <a:rPr lang="en-US" altLang="en-US" sz="2400"/>
              <a:t> </a:t>
            </a:r>
            <a:r>
              <a:rPr lang="en-US" altLang="en-US" sz="2400" err="1"/>
              <a:t>đấy</a:t>
            </a:r>
            <a:r>
              <a:rPr lang="en-US" altLang="en-US" sz="2400"/>
              <a:t> </a:t>
            </a:r>
            <a:r>
              <a:rPr lang="en-US" altLang="en-US" sz="2400" err="1"/>
              <a:t>được</a:t>
            </a:r>
            <a:r>
              <a:rPr lang="en-US" altLang="en-US" sz="2400"/>
              <a:t> </a:t>
            </a:r>
            <a:r>
              <a:rPr lang="en-US" altLang="en-US" sz="2400" err="1"/>
              <a:t>tổ</a:t>
            </a:r>
            <a:r>
              <a:rPr lang="en-US" altLang="en-US" sz="2400"/>
              <a:t> </a:t>
            </a:r>
            <a:r>
              <a:rPr lang="en-US" altLang="en-US" sz="2400" err="1"/>
              <a:t>chức</a:t>
            </a:r>
            <a:r>
              <a:rPr lang="en-US" altLang="en-US" sz="2400"/>
              <a:t> </a:t>
            </a:r>
            <a:r>
              <a:rPr lang="en-US" altLang="en-US" sz="2400" err="1"/>
              <a:t>theo</a:t>
            </a:r>
            <a:r>
              <a:rPr lang="en-US" altLang="en-US" sz="2400"/>
              <a:t> </a:t>
            </a:r>
            <a:r>
              <a:rPr lang="en-US" altLang="en-US" sz="2400" err="1"/>
              <a:t>một</a:t>
            </a:r>
            <a:r>
              <a:rPr lang="en-US" altLang="en-US" sz="2400"/>
              <a:t> </a:t>
            </a:r>
            <a:r>
              <a:rPr lang="en-US" altLang="en-US" sz="2400" err="1"/>
              <a:t>cấu</a:t>
            </a:r>
            <a:r>
              <a:rPr lang="en-US" altLang="en-US" sz="2400"/>
              <a:t> </a:t>
            </a:r>
            <a:r>
              <a:rPr lang="en-US" altLang="en-US" sz="2400" err="1"/>
              <a:t>trúc</a:t>
            </a:r>
            <a:r>
              <a:rPr lang="en-US" altLang="en-US" sz="2400"/>
              <a:t> </a:t>
            </a:r>
            <a:r>
              <a:rPr lang="en-US" altLang="en-US" sz="2400" err="1"/>
              <a:t>nào</a:t>
            </a:r>
            <a:r>
              <a:rPr lang="en-US" altLang="en-US" sz="2400"/>
              <a:t> </a:t>
            </a:r>
            <a:r>
              <a:rPr lang="en-US" altLang="en-US" sz="2400" err="1"/>
              <a:t>đó</a:t>
            </a:r>
            <a:r>
              <a:rPr lang="en-US" altLang="en-US" sz="2400"/>
              <a:t>. </a:t>
            </a:r>
          </a:p>
          <a:p>
            <a:pPr lvl="1" eaLnBrk="1" hangingPunct="1"/>
            <a:r>
              <a:rPr lang="en-US" altLang="en-US" sz="2400" err="1"/>
              <a:t>Dùng</a:t>
            </a:r>
            <a:r>
              <a:rPr lang="en-US" altLang="en-US" sz="2400"/>
              <a:t> </a:t>
            </a:r>
            <a:r>
              <a:rPr lang="en-US" altLang="en-US" sz="2400" err="1"/>
              <a:t>để</a:t>
            </a:r>
            <a:r>
              <a:rPr lang="en-US" altLang="en-US" sz="2400"/>
              <a:t> </a:t>
            </a:r>
            <a:r>
              <a:rPr lang="en-US" altLang="en-US" sz="2400" err="1"/>
              <a:t>biểu</a:t>
            </a:r>
            <a:r>
              <a:rPr lang="en-US" altLang="en-US" sz="2400"/>
              <a:t> </a:t>
            </a:r>
            <a:r>
              <a:rPr lang="en-US" altLang="en-US" sz="2400" err="1"/>
              <a:t>diễn</a:t>
            </a:r>
            <a:r>
              <a:rPr lang="en-US" altLang="en-US" sz="2400"/>
              <a:t> </a:t>
            </a:r>
            <a:r>
              <a:rPr lang="en-US" altLang="en-US" sz="2400" err="1"/>
              <a:t>cho</a:t>
            </a:r>
            <a:r>
              <a:rPr lang="en-US" altLang="en-US" sz="2400"/>
              <a:t> </a:t>
            </a:r>
            <a:r>
              <a:rPr lang="en-US" altLang="en-US" sz="2400" err="1"/>
              <a:t>các</a:t>
            </a:r>
            <a:r>
              <a:rPr lang="en-US" altLang="en-US" sz="2400"/>
              <a:t> </a:t>
            </a:r>
            <a:r>
              <a:rPr lang="en-US" altLang="en-US" sz="2400" i="1" err="1"/>
              <a:t>thông</a:t>
            </a:r>
            <a:r>
              <a:rPr lang="en-US" altLang="en-US" sz="2400" i="1"/>
              <a:t> tin </a:t>
            </a:r>
            <a:r>
              <a:rPr lang="en-US" altLang="en-US" sz="2400" i="1" err="1"/>
              <a:t>có</a:t>
            </a:r>
            <a:r>
              <a:rPr lang="en-US" altLang="en-US" sz="2400" i="1"/>
              <a:t> </a:t>
            </a:r>
            <a:r>
              <a:rPr lang="en-US" altLang="en-US" sz="2400" i="1" err="1"/>
              <a:t>cấu</a:t>
            </a:r>
            <a:r>
              <a:rPr lang="en-US" altLang="en-US" sz="2400" i="1"/>
              <a:t> </a:t>
            </a:r>
            <a:r>
              <a:rPr lang="en-US" altLang="en-US" sz="2400" i="1" err="1"/>
              <a:t>trúc</a:t>
            </a:r>
            <a:r>
              <a:rPr lang="en-US" altLang="en-US" sz="2400" i="1"/>
              <a:t> </a:t>
            </a:r>
            <a:r>
              <a:rPr lang="en-US" altLang="en-US" sz="2400" err="1"/>
              <a:t>của</a:t>
            </a:r>
            <a:r>
              <a:rPr lang="en-US" altLang="en-US" sz="2400"/>
              <a:t> </a:t>
            </a:r>
            <a:r>
              <a:rPr lang="en-US" altLang="en-US" sz="2400" err="1"/>
              <a:t>bài</a:t>
            </a:r>
            <a:r>
              <a:rPr lang="en-US" altLang="en-US" sz="2400"/>
              <a:t> </a:t>
            </a:r>
            <a:r>
              <a:rPr lang="en-US" altLang="en-US" sz="2400" err="1"/>
              <a:t>toán</a:t>
            </a:r>
            <a:r>
              <a:rPr lang="en-US" altLang="en-US" sz="2400"/>
              <a:t>. </a:t>
            </a:r>
          </a:p>
          <a:p>
            <a:pPr lvl="1" eaLnBrk="1" hangingPunct="1"/>
            <a:r>
              <a:rPr lang="en-US" altLang="en-US" sz="2400" err="1"/>
              <a:t>Cấu</a:t>
            </a:r>
            <a:r>
              <a:rPr lang="en-US" altLang="en-US" sz="2400"/>
              <a:t> </a:t>
            </a:r>
            <a:r>
              <a:rPr lang="en-US" altLang="en-US" sz="2400" err="1"/>
              <a:t>trúc</a:t>
            </a:r>
            <a:r>
              <a:rPr lang="en-US" altLang="en-US" sz="2400"/>
              <a:t> </a:t>
            </a:r>
            <a:r>
              <a:rPr lang="en-US" altLang="en-US" sz="2400" err="1"/>
              <a:t>dữ</a:t>
            </a:r>
            <a:r>
              <a:rPr lang="en-US" altLang="en-US" sz="2400"/>
              <a:t> </a:t>
            </a:r>
            <a:r>
              <a:rPr lang="en-US" altLang="en-US" sz="2400" err="1"/>
              <a:t>liệu</a:t>
            </a:r>
            <a:r>
              <a:rPr lang="en-US" altLang="en-US" sz="2400"/>
              <a:t> </a:t>
            </a:r>
            <a:r>
              <a:rPr lang="en-US" altLang="en-US" sz="2400" err="1"/>
              <a:t>thể</a:t>
            </a:r>
            <a:r>
              <a:rPr lang="en-US" altLang="en-US" sz="2400"/>
              <a:t> </a:t>
            </a:r>
            <a:r>
              <a:rPr lang="en-US" altLang="en-US" sz="2400" err="1"/>
              <a:t>hiện</a:t>
            </a:r>
            <a:r>
              <a:rPr lang="en-US" altLang="en-US" sz="2400"/>
              <a:t> </a:t>
            </a:r>
            <a:r>
              <a:rPr lang="en-US" altLang="en-US" sz="2400" err="1"/>
              <a:t>khía</a:t>
            </a:r>
            <a:r>
              <a:rPr lang="en-US" altLang="en-US" sz="2400"/>
              <a:t> </a:t>
            </a:r>
            <a:r>
              <a:rPr lang="en-US" altLang="en-US" sz="2400" err="1"/>
              <a:t>cạnh</a:t>
            </a:r>
            <a:r>
              <a:rPr lang="en-US" altLang="en-US" sz="2400"/>
              <a:t> logic </a:t>
            </a:r>
            <a:r>
              <a:rPr lang="en-US" altLang="en-US" sz="2400" err="1"/>
              <a:t>của</a:t>
            </a:r>
            <a:r>
              <a:rPr lang="en-US" altLang="en-US" sz="2400"/>
              <a:t> </a:t>
            </a:r>
            <a:r>
              <a:rPr lang="en-US" altLang="en-US" sz="2400" err="1"/>
              <a:t>dữ</a:t>
            </a:r>
            <a:r>
              <a:rPr lang="en-US" altLang="en-US" sz="2400"/>
              <a:t> </a:t>
            </a:r>
            <a:r>
              <a:rPr lang="en-US" altLang="en-US" sz="2400" err="1"/>
              <a:t>liệu</a:t>
            </a:r>
            <a:r>
              <a:rPr lang="en-US" altLang="en-US" sz="2400"/>
              <a:t>. </a:t>
            </a:r>
          </a:p>
          <a:p>
            <a:pPr lvl="1" eaLnBrk="1" hangingPunct="1"/>
            <a:endParaRPr lang="en-US" altLang="en-US" sz="2400"/>
          </a:p>
          <a:p>
            <a:endParaRPr lang="en-US" sz="2400"/>
          </a:p>
        </p:txBody>
      </p:sp>
    </p:spTree>
    <p:extLst>
      <p:ext uri="{BB962C8B-B14F-4D97-AF65-F5344CB8AC3E}">
        <p14:creationId xmlns:p14="http://schemas.microsoft.com/office/powerpoint/2010/main" val="1262339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13</a:t>
            </a:fld>
            <a:endParaRPr lang="en-US"/>
          </a:p>
        </p:txBody>
      </p:sp>
      <p:sp>
        <p:nvSpPr>
          <p:cNvPr id="2" name="Title 1"/>
          <p:cNvSpPr>
            <a:spLocks noGrp="1"/>
          </p:cNvSpPr>
          <p:nvPr>
            <p:ph type="title"/>
          </p:nvPr>
        </p:nvSpPr>
        <p:spPr/>
        <p:txBody>
          <a:bodyPr/>
          <a:lstStyle/>
          <a:p>
            <a:r>
              <a:rPr lang="en-US" altLang="en-US"/>
              <a:t>2.2.1. </a:t>
            </a:r>
            <a:r>
              <a:rPr lang="en-US" altLang="en-US" err="1"/>
              <a:t>Cấu</a:t>
            </a:r>
            <a:r>
              <a:rPr lang="en-US" altLang="en-US"/>
              <a:t> </a:t>
            </a:r>
            <a:r>
              <a:rPr lang="en-US" altLang="en-US" err="1"/>
              <a:t>trúc</a:t>
            </a:r>
            <a:r>
              <a:rPr lang="en-US" altLang="en-US"/>
              <a:t> </a:t>
            </a:r>
            <a:r>
              <a:rPr lang="en-US" altLang="en-US" err="1"/>
              <a:t>dữ</a:t>
            </a:r>
            <a:r>
              <a:rPr lang="en-US" altLang="en-US"/>
              <a:t> </a:t>
            </a:r>
            <a:r>
              <a:rPr lang="en-US" altLang="en-US" err="1"/>
              <a:t>liệu</a:t>
            </a:r>
            <a:endParaRPr lang="en-US"/>
          </a:p>
        </p:txBody>
      </p:sp>
      <p:sp>
        <p:nvSpPr>
          <p:cNvPr id="3" name="Content Placeholder 2"/>
          <p:cNvSpPr>
            <a:spLocks noGrp="1"/>
          </p:cNvSpPr>
          <p:nvPr>
            <p:ph type="body" sz="quarter" idx="13"/>
          </p:nvPr>
        </p:nvSpPr>
        <p:spPr/>
        <p:txBody>
          <a:bodyPr>
            <a:normAutofit/>
          </a:bodyPr>
          <a:lstStyle/>
          <a:p>
            <a:r>
              <a:rPr lang="en-US" altLang="en-US" sz="2400" err="1"/>
              <a:t>Dữ</a:t>
            </a:r>
            <a:r>
              <a:rPr lang="en-US" altLang="en-US" sz="2400"/>
              <a:t> </a:t>
            </a:r>
            <a:r>
              <a:rPr lang="en-US" altLang="en-US" sz="2400" err="1"/>
              <a:t>liệu</a:t>
            </a:r>
            <a:r>
              <a:rPr lang="en-US" altLang="en-US" sz="2400"/>
              <a:t> </a:t>
            </a:r>
            <a:r>
              <a:rPr lang="en-US" altLang="en-US" sz="2400" err="1"/>
              <a:t>có</a:t>
            </a:r>
            <a:r>
              <a:rPr lang="en-US" altLang="en-US" sz="2400"/>
              <a:t> </a:t>
            </a:r>
            <a:r>
              <a:rPr lang="en-US" altLang="en-US" sz="2400" err="1"/>
              <a:t>cấu</a:t>
            </a:r>
            <a:r>
              <a:rPr lang="en-US" altLang="en-US" sz="2400"/>
              <a:t> </a:t>
            </a:r>
            <a:r>
              <a:rPr lang="en-US" altLang="en-US" sz="2400" err="1"/>
              <a:t>trúc</a:t>
            </a:r>
            <a:r>
              <a:rPr lang="en-US" altLang="en-US" sz="2400"/>
              <a:t> : </a:t>
            </a:r>
          </a:p>
          <a:p>
            <a:pPr lvl="1" eaLnBrk="1" hangingPunct="1">
              <a:lnSpc>
                <a:spcPct val="90000"/>
              </a:lnSpc>
            </a:pPr>
            <a:r>
              <a:rPr lang="en-US" altLang="en-US" sz="2400" b="1" err="1"/>
              <a:t>Cấu</a:t>
            </a:r>
            <a:r>
              <a:rPr lang="en-US" altLang="en-US" sz="2400" b="1"/>
              <a:t> </a:t>
            </a:r>
            <a:r>
              <a:rPr lang="en-US" altLang="en-US" sz="2400" b="1" err="1"/>
              <a:t>trúc</a:t>
            </a:r>
            <a:r>
              <a:rPr lang="en-US" altLang="en-US" sz="2400" b="1"/>
              <a:t> </a:t>
            </a:r>
            <a:r>
              <a:rPr lang="en-US" altLang="en-US" sz="2400" b="1" err="1"/>
              <a:t>tuyến</a:t>
            </a:r>
            <a:r>
              <a:rPr lang="en-US" altLang="en-US" sz="2400" b="1"/>
              <a:t> </a:t>
            </a:r>
            <a:r>
              <a:rPr lang="en-US" altLang="en-US" sz="2400" b="1" err="1"/>
              <a:t>tính</a:t>
            </a:r>
            <a:r>
              <a:rPr lang="en-US" altLang="en-US" sz="2400"/>
              <a:t>: </a:t>
            </a:r>
            <a:r>
              <a:rPr lang="en-US" altLang="en-US" sz="2400" err="1"/>
              <a:t>các</a:t>
            </a:r>
            <a:r>
              <a:rPr lang="en-US" altLang="en-US" sz="2400"/>
              <a:t> </a:t>
            </a:r>
            <a:r>
              <a:rPr lang="en-US" altLang="en-US" sz="2400" err="1"/>
              <a:t>phần</a:t>
            </a:r>
            <a:r>
              <a:rPr lang="en-US" altLang="en-US" sz="2400"/>
              <a:t> </a:t>
            </a:r>
            <a:r>
              <a:rPr lang="en-US" altLang="en-US" sz="2400" err="1"/>
              <a:t>tử</a:t>
            </a:r>
            <a:r>
              <a:rPr lang="en-US" altLang="en-US" sz="2400"/>
              <a:t> </a:t>
            </a:r>
            <a:r>
              <a:rPr lang="en-US" altLang="en-US" sz="2400" err="1"/>
              <a:t>bên</a:t>
            </a:r>
            <a:r>
              <a:rPr lang="en-US" altLang="en-US" sz="2400"/>
              <a:t> </a:t>
            </a:r>
            <a:r>
              <a:rPr lang="en-US" altLang="en-US" sz="2400" err="1"/>
              <a:t>trong</a:t>
            </a:r>
            <a:r>
              <a:rPr lang="en-US" altLang="en-US" sz="2400"/>
              <a:t> </a:t>
            </a:r>
            <a:r>
              <a:rPr lang="en-US" altLang="en-US" sz="2400" err="1"/>
              <a:t>nó</a:t>
            </a:r>
            <a:r>
              <a:rPr lang="en-US" altLang="en-US" sz="2400"/>
              <a:t> </a:t>
            </a:r>
            <a:r>
              <a:rPr lang="en-US" altLang="en-US" sz="2400" err="1"/>
              <a:t>luôn</a:t>
            </a:r>
            <a:r>
              <a:rPr lang="en-US" altLang="en-US" sz="2400"/>
              <a:t> </a:t>
            </a:r>
            <a:r>
              <a:rPr lang="en-US" altLang="en-US" sz="2400" err="1"/>
              <a:t>được</a:t>
            </a:r>
            <a:r>
              <a:rPr lang="en-US" altLang="en-US" sz="2400"/>
              <a:t> </a:t>
            </a:r>
            <a:r>
              <a:rPr lang="en-US" altLang="en-US" sz="2400" err="1"/>
              <a:t>bố</a:t>
            </a:r>
            <a:r>
              <a:rPr lang="en-US" altLang="en-US" sz="2400"/>
              <a:t> </a:t>
            </a:r>
            <a:r>
              <a:rPr lang="en-US" altLang="en-US" sz="2400" err="1"/>
              <a:t>trí</a:t>
            </a:r>
            <a:r>
              <a:rPr lang="en-US" altLang="en-US" sz="2400"/>
              <a:t> </a:t>
            </a:r>
            <a:r>
              <a:rPr lang="en-US" altLang="en-US" sz="2400" err="1"/>
              <a:t>theo</a:t>
            </a:r>
            <a:r>
              <a:rPr lang="en-US" altLang="en-US" sz="2400"/>
              <a:t> </a:t>
            </a:r>
            <a:r>
              <a:rPr lang="en-US" altLang="en-US" sz="2400" err="1"/>
              <a:t>một</a:t>
            </a:r>
            <a:r>
              <a:rPr lang="en-US" altLang="en-US" sz="2400"/>
              <a:t> </a:t>
            </a:r>
            <a:r>
              <a:rPr lang="en-US" altLang="en-US" sz="2400" err="1"/>
              <a:t>trật</a:t>
            </a:r>
            <a:r>
              <a:rPr lang="en-US" altLang="en-US" sz="2400"/>
              <a:t> </a:t>
            </a:r>
            <a:r>
              <a:rPr lang="en-US" altLang="en-US" sz="2400" err="1"/>
              <a:t>tự</a:t>
            </a:r>
            <a:r>
              <a:rPr lang="en-US" altLang="en-US" sz="2400"/>
              <a:t> </a:t>
            </a:r>
            <a:r>
              <a:rPr lang="en-US" altLang="en-US" sz="2400" err="1"/>
              <a:t>tuyến</a:t>
            </a:r>
            <a:r>
              <a:rPr lang="en-US" altLang="en-US" sz="2400"/>
              <a:t> </a:t>
            </a:r>
            <a:r>
              <a:rPr lang="en-US" altLang="en-US" sz="2400" err="1"/>
              <a:t>tính</a:t>
            </a:r>
            <a:r>
              <a:rPr lang="en-US" altLang="en-US" sz="2400"/>
              <a:t> hay </a:t>
            </a:r>
            <a:r>
              <a:rPr lang="en-US" altLang="en-US" sz="2400" err="1"/>
              <a:t>trật</a:t>
            </a:r>
            <a:r>
              <a:rPr lang="en-US" altLang="en-US" sz="2400"/>
              <a:t> </a:t>
            </a:r>
            <a:r>
              <a:rPr lang="en-US" altLang="en-US" sz="2400" err="1"/>
              <a:t>tự</a:t>
            </a:r>
            <a:r>
              <a:rPr lang="en-US" altLang="en-US" sz="2400"/>
              <a:t> </a:t>
            </a:r>
            <a:r>
              <a:rPr lang="en-US" altLang="en-US" sz="2400" err="1"/>
              <a:t>trước</a:t>
            </a:r>
            <a:r>
              <a:rPr lang="en-US" altLang="en-US" sz="2400"/>
              <a:t> </a:t>
            </a:r>
            <a:r>
              <a:rPr lang="en-US" altLang="en-US" sz="2400" err="1"/>
              <a:t>sau</a:t>
            </a:r>
            <a:r>
              <a:rPr lang="en-US" altLang="en-US" sz="2400"/>
              <a:t>. </a:t>
            </a:r>
          </a:p>
          <a:p>
            <a:pPr lvl="2">
              <a:lnSpc>
                <a:spcPct val="90000"/>
              </a:lnSpc>
            </a:pPr>
            <a:r>
              <a:rPr lang="en-US" altLang="en-US" sz="1800" err="1"/>
              <a:t>Đây</a:t>
            </a:r>
            <a:r>
              <a:rPr lang="en-US" altLang="en-US" sz="1800"/>
              <a:t> </a:t>
            </a:r>
            <a:r>
              <a:rPr lang="en-US" altLang="en-US" sz="1800" err="1"/>
              <a:t>là</a:t>
            </a:r>
            <a:r>
              <a:rPr lang="en-US" altLang="en-US" sz="1800"/>
              <a:t> </a:t>
            </a:r>
            <a:r>
              <a:rPr lang="en-US" altLang="en-US" sz="1800" err="1"/>
              <a:t>loại</a:t>
            </a:r>
            <a:r>
              <a:rPr lang="en-US" altLang="en-US" sz="1800"/>
              <a:t> </a:t>
            </a:r>
            <a:r>
              <a:rPr lang="en-US" altLang="en-US" sz="1800" err="1"/>
              <a:t>cấu</a:t>
            </a:r>
            <a:r>
              <a:rPr lang="en-US" altLang="en-US" sz="1800"/>
              <a:t> </a:t>
            </a:r>
            <a:r>
              <a:rPr lang="en-US" altLang="en-US" sz="1800" err="1"/>
              <a:t>trúc</a:t>
            </a:r>
            <a:r>
              <a:rPr lang="en-US" altLang="en-US" sz="1800"/>
              <a:t> </a:t>
            </a:r>
            <a:r>
              <a:rPr lang="en-US" altLang="en-US" sz="1800" err="1"/>
              <a:t>dữ</a:t>
            </a:r>
            <a:r>
              <a:rPr lang="en-US" altLang="en-US" sz="1800"/>
              <a:t> </a:t>
            </a:r>
            <a:r>
              <a:rPr lang="en-US" altLang="en-US" sz="1800" err="1"/>
              <a:t>liệu</a:t>
            </a:r>
            <a:r>
              <a:rPr lang="en-US" altLang="en-US" sz="1800"/>
              <a:t> </a:t>
            </a:r>
            <a:r>
              <a:rPr lang="en-US" altLang="en-US" sz="1800" err="1"/>
              <a:t>đơn</a:t>
            </a:r>
            <a:r>
              <a:rPr lang="en-US" altLang="en-US" sz="1800"/>
              <a:t> </a:t>
            </a:r>
            <a:r>
              <a:rPr lang="en-US" altLang="en-US" sz="1800" err="1"/>
              <a:t>giản</a:t>
            </a:r>
            <a:r>
              <a:rPr lang="en-US" altLang="en-US" sz="1800"/>
              <a:t> </a:t>
            </a:r>
            <a:r>
              <a:rPr lang="en-US" altLang="en-US" sz="1800" err="1"/>
              <a:t>nhất</a:t>
            </a:r>
            <a:r>
              <a:rPr lang="en-US" altLang="en-US" sz="1800"/>
              <a:t>. </a:t>
            </a:r>
          </a:p>
          <a:p>
            <a:pPr lvl="2">
              <a:lnSpc>
                <a:spcPct val="90000"/>
              </a:lnSpc>
            </a:pPr>
            <a:r>
              <a:rPr lang="en-US" altLang="en-US" sz="1800" err="1"/>
              <a:t>Ví</a:t>
            </a:r>
            <a:r>
              <a:rPr lang="en-US" altLang="en-US" sz="1800"/>
              <a:t> </a:t>
            </a:r>
            <a:r>
              <a:rPr lang="en-US" altLang="en-US" sz="1800" err="1"/>
              <a:t>dụ</a:t>
            </a:r>
            <a:r>
              <a:rPr lang="en-US" altLang="en-US" sz="1800"/>
              <a:t>: </a:t>
            </a:r>
            <a:r>
              <a:rPr lang="en-US" altLang="en-US" sz="1800" err="1"/>
              <a:t>mảng</a:t>
            </a:r>
            <a:r>
              <a:rPr lang="en-US" altLang="en-US" sz="1800"/>
              <a:t>, </a:t>
            </a:r>
            <a:r>
              <a:rPr lang="en-US" altLang="en-US" sz="1800" err="1"/>
              <a:t>danh</a:t>
            </a:r>
            <a:r>
              <a:rPr lang="en-US" altLang="en-US" sz="1800"/>
              <a:t> </a:t>
            </a:r>
            <a:r>
              <a:rPr lang="en-US" altLang="en-US" sz="1800" err="1"/>
              <a:t>sách</a:t>
            </a:r>
            <a:r>
              <a:rPr lang="en-US" altLang="en-US" sz="1800"/>
              <a:t>. </a:t>
            </a:r>
          </a:p>
          <a:p>
            <a:pPr lvl="1" eaLnBrk="1" hangingPunct="1">
              <a:lnSpc>
                <a:spcPct val="90000"/>
              </a:lnSpc>
            </a:pPr>
            <a:r>
              <a:rPr lang="en-US" altLang="en-US" sz="2400" b="1" err="1"/>
              <a:t>Cấu</a:t>
            </a:r>
            <a:r>
              <a:rPr lang="en-US" altLang="en-US" sz="2400" b="1"/>
              <a:t> </a:t>
            </a:r>
            <a:r>
              <a:rPr lang="en-US" altLang="en-US" sz="2400" b="1" err="1"/>
              <a:t>trúc</a:t>
            </a:r>
            <a:r>
              <a:rPr lang="en-US" altLang="en-US" sz="2400" b="1"/>
              <a:t> phi </a:t>
            </a:r>
            <a:r>
              <a:rPr lang="en-US" altLang="en-US" sz="2400" b="1" err="1"/>
              <a:t>tuyến</a:t>
            </a:r>
            <a:r>
              <a:rPr lang="en-US" altLang="en-US" sz="2400"/>
              <a:t>: </a:t>
            </a:r>
            <a:r>
              <a:rPr lang="en-US" altLang="en-US" sz="2400" err="1"/>
              <a:t>các</a:t>
            </a:r>
            <a:r>
              <a:rPr lang="en-US" altLang="en-US" sz="2400"/>
              <a:t> </a:t>
            </a:r>
            <a:r>
              <a:rPr lang="en-US" altLang="en-US" sz="2400" err="1"/>
              <a:t>thành</a:t>
            </a:r>
            <a:r>
              <a:rPr lang="en-US" altLang="en-US" sz="2400"/>
              <a:t> </a:t>
            </a:r>
            <a:r>
              <a:rPr lang="en-US" altLang="en-US" sz="2400" err="1"/>
              <a:t>phần</a:t>
            </a:r>
            <a:r>
              <a:rPr lang="en-US" altLang="en-US" sz="2400"/>
              <a:t> </a:t>
            </a:r>
            <a:r>
              <a:rPr lang="en-US" altLang="en-US" sz="2400" err="1"/>
              <a:t>bên</a:t>
            </a:r>
            <a:r>
              <a:rPr lang="en-US" altLang="en-US" sz="2400"/>
              <a:t> </a:t>
            </a:r>
            <a:r>
              <a:rPr lang="en-US" altLang="en-US" sz="2400" err="1"/>
              <a:t>trong</a:t>
            </a:r>
            <a:r>
              <a:rPr lang="en-US" altLang="en-US" sz="2400"/>
              <a:t> </a:t>
            </a:r>
            <a:r>
              <a:rPr lang="en-US" altLang="en-US" sz="2400" err="1"/>
              <a:t>không</a:t>
            </a:r>
            <a:r>
              <a:rPr lang="en-US" altLang="en-US" sz="2400"/>
              <a:t> </a:t>
            </a:r>
            <a:r>
              <a:rPr lang="en-US" altLang="en-US" sz="2400" err="1"/>
              <a:t>được</a:t>
            </a:r>
            <a:r>
              <a:rPr lang="en-US" altLang="en-US" sz="2400"/>
              <a:t> </a:t>
            </a:r>
            <a:r>
              <a:rPr lang="en-US" altLang="en-US" sz="2400" err="1"/>
              <a:t>bố</a:t>
            </a:r>
            <a:r>
              <a:rPr lang="en-US" altLang="en-US" sz="2400"/>
              <a:t> </a:t>
            </a:r>
            <a:r>
              <a:rPr lang="en-US" altLang="en-US" sz="2400" err="1"/>
              <a:t>trí</a:t>
            </a:r>
            <a:r>
              <a:rPr lang="en-US" altLang="en-US" sz="2400"/>
              <a:t> </a:t>
            </a:r>
            <a:r>
              <a:rPr lang="en-US" altLang="en-US" sz="2400" err="1"/>
              <a:t>theo</a:t>
            </a:r>
            <a:r>
              <a:rPr lang="en-US" altLang="en-US" sz="2400"/>
              <a:t> </a:t>
            </a:r>
            <a:r>
              <a:rPr lang="en-US" altLang="en-US" sz="2400" err="1"/>
              <a:t>trật</a:t>
            </a:r>
            <a:r>
              <a:rPr lang="en-US" altLang="en-US" sz="2400"/>
              <a:t> </a:t>
            </a:r>
            <a:r>
              <a:rPr lang="en-US" altLang="en-US" sz="2400" err="1"/>
              <a:t>tự</a:t>
            </a:r>
            <a:r>
              <a:rPr lang="en-US" altLang="en-US" sz="2400"/>
              <a:t> </a:t>
            </a:r>
            <a:r>
              <a:rPr lang="en-US" altLang="en-US" sz="2400" err="1"/>
              <a:t>tuyến</a:t>
            </a:r>
            <a:r>
              <a:rPr lang="en-US" altLang="en-US" sz="2400"/>
              <a:t> </a:t>
            </a:r>
            <a:r>
              <a:rPr lang="en-US" altLang="en-US" sz="2400" err="1"/>
              <a:t>tính</a:t>
            </a:r>
            <a:r>
              <a:rPr lang="en-US" altLang="en-US" sz="2400"/>
              <a:t> </a:t>
            </a:r>
            <a:r>
              <a:rPr lang="en-US" altLang="en-US" sz="2400" err="1"/>
              <a:t>mà</a:t>
            </a:r>
            <a:r>
              <a:rPr lang="en-US" altLang="en-US" sz="2400"/>
              <a:t> </a:t>
            </a:r>
            <a:r>
              <a:rPr lang="en-US" altLang="en-US" sz="2400" err="1"/>
              <a:t>theo</a:t>
            </a:r>
            <a:r>
              <a:rPr lang="en-US" altLang="en-US" sz="2400"/>
              <a:t> </a:t>
            </a:r>
            <a:r>
              <a:rPr lang="en-US" altLang="en-US" sz="2400" err="1"/>
              <a:t>các</a:t>
            </a:r>
            <a:r>
              <a:rPr lang="en-US" altLang="en-US" sz="2400"/>
              <a:t> </a:t>
            </a:r>
            <a:r>
              <a:rPr lang="en-US" altLang="en-US" sz="2400" err="1"/>
              <a:t>cấu</a:t>
            </a:r>
            <a:r>
              <a:rPr lang="en-US" altLang="en-US" sz="2400"/>
              <a:t> </a:t>
            </a:r>
            <a:r>
              <a:rPr lang="en-US" altLang="en-US" sz="2400" err="1"/>
              <a:t>trúc</a:t>
            </a:r>
            <a:r>
              <a:rPr lang="en-US" altLang="en-US" sz="2400"/>
              <a:t> </a:t>
            </a:r>
            <a:r>
              <a:rPr lang="en-US" altLang="en-US" sz="2400" err="1"/>
              <a:t>khác</a:t>
            </a:r>
            <a:r>
              <a:rPr lang="en-US" altLang="en-US" sz="2400"/>
              <a:t>. </a:t>
            </a:r>
          </a:p>
          <a:p>
            <a:pPr lvl="2">
              <a:lnSpc>
                <a:spcPct val="90000"/>
              </a:lnSpc>
            </a:pPr>
            <a:r>
              <a:rPr lang="en-US" altLang="en-US" sz="1800" err="1"/>
              <a:t>Ví</a:t>
            </a:r>
            <a:r>
              <a:rPr lang="en-US" altLang="en-US" sz="1800"/>
              <a:t> </a:t>
            </a:r>
            <a:r>
              <a:rPr lang="en-US" altLang="en-US" sz="1800" err="1"/>
              <a:t>dụ</a:t>
            </a:r>
            <a:r>
              <a:rPr lang="en-US" altLang="en-US" sz="1800"/>
              <a:t>: </a:t>
            </a:r>
            <a:r>
              <a:rPr lang="en-US" altLang="en-US" sz="1800" err="1"/>
              <a:t>tập</a:t>
            </a:r>
            <a:r>
              <a:rPr lang="en-US" altLang="en-US" sz="1800"/>
              <a:t> </a:t>
            </a:r>
            <a:r>
              <a:rPr lang="en-US" altLang="en-US" sz="1800" err="1"/>
              <a:t>hợp</a:t>
            </a:r>
            <a:r>
              <a:rPr lang="en-US" altLang="en-US" sz="1800"/>
              <a:t> (</a:t>
            </a:r>
            <a:r>
              <a:rPr lang="en-US" altLang="en-US" sz="1800" err="1"/>
              <a:t>không</a:t>
            </a:r>
            <a:r>
              <a:rPr lang="en-US" altLang="en-US" sz="1800"/>
              <a:t> </a:t>
            </a:r>
            <a:r>
              <a:rPr lang="en-US" altLang="en-US" sz="1800" err="1"/>
              <a:t>có</a:t>
            </a:r>
            <a:r>
              <a:rPr lang="en-US" altLang="en-US" sz="1800"/>
              <a:t> </a:t>
            </a:r>
            <a:r>
              <a:rPr lang="en-US" altLang="en-US" sz="1800" err="1"/>
              <a:t>trật</a:t>
            </a:r>
            <a:r>
              <a:rPr lang="en-US" altLang="en-US" sz="1800"/>
              <a:t> </a:t>
            </a:r>
            <a:r>
              <a:rPr lang="en-US" altLang="en-US" sz="1800" err="1"/>
              <a:t>tự</a:t>
            </a:r>
            <a:r>
              <a:rPr lang="en-US" altLang="en-US" sz="1800"/>
              <a:t>), </a:t>
            </a:r>
            <a:r>
              <a:rPr lang="en-US" altLang="en-US" sz="1800" err="1"/>
              <a:t>cấu</a:t>
            </a:r>
            <a:r>
              <a:rPr lang="en-US" altLang="en-US" sz="1800"/>
              <a:t> </a:t>
            </a:r>
            <a:r>
              <a:rPr lang="en-US" altLang="en-US" sz="1800" err="1"/>
              <a:t>trúc</a:t>
            </a:r>
            <a:r>
              <a:rPr lang="en-US" altLang="en-US" sz="1800"/>
              <a:t> </a:t>
            </a:r>
            <a:r>
              <a:rPr lang="en-US" altLang="en-US" sz="1800" err="1"/>
              <a:t>cây</a:t>
            </a:r>
            <a:r>
              <a:rPr lang="en-US" altLang="en-US" sz="1800"/>
              <a:t> (</a:t>
            </a:r>
            <a:r>
              <a:rPr lang="en-US" altLang="en-US" sz="1800" err="1"/>
              <a:t>cấu</a:t>
            </a:r>
            <a:r>
              <a:rPr lang="en-US" altLang="en-US" sz="1800"/>
              <a:t> </a:t>
            </a:r>
            <a:r>
              <a:rPr lang="en-US" altLang="en-US" sz="1800" err="1"/>
              <a:t>trúc</a:t>
            </a:r>
            <a:r>
              <a:rPr lang="en-US" altLang="en-US" sz="1800"/>
              <a:t> </a:t>
            </a:r>
            <a:r>
              <a:rPr lang="en-US" altLang="en-US" sz="1800" err="1"/>
              <a:t>phân</a:t>
            </a:r>
            <a:r>
              <a:rPr lang="en-US" altLang="en-US" sz="1800"/>
              <a:t> </a:t>
            </a:r>
            <a:r>
              <a:rPr lang="en-US" altLang="en-US" sz="1800" err="1"/>
              <a:t>cấp</a:t>
            </a:r>
            <a:r>
              <a:rPr lang="en-US" altLang="en-US" sz="1800"/>
              <a:t>), </a:t>
            </a:r>
            <a:r>
              <a:rPr lang="en-US" altLang="en-US" sz="1800" err="1"/>
              <a:t>đồ</a:t>
            </a:r>
            <a:r>
              <a:rPr lang="en-US" altLang="en-US" sz="1800"/>
              <a:t> </a:t>
            </a:r>
            <a:r>
              <a:rPr lang="en-US" altLang="en-US" sz="1800" err="1"/>
              <a:t>thị</a:t>
            </a:r>
            <a:r>
              <a:rPr lang="en-US" altLang="en-US" sz="1800"/>
              <a:t> (</a:t>
            </a:r>
            <a:r>
              <a:rPr lang="en-US" altLang="en-US" sz="1800" err="1"/>
              <a:t>cấu</a:t>
            </a:r>
            <a:r>
              <a:rPr lang="en-US" altLang="en-US" sz="1800"/>
              <a:t> </a:t>
            </a:r>
            <a:r>
              <a:rPr lang="en-US" altLang="en-US" sz="1800" err="1"/>
              <a:t>trúc</a:t>
            </a:r>
            <a:r>
              <a:rPr lang="en-US" altLang="en-US" sz="1800"/>
              <a:t> </a:t>
            </a:r>
            <a:r>
              <a:rPr lang="en-US" altLang="en-US" sz="1800" err="1"/>
              <a:t>đa</a:t>
            </a:r>
            <a:r>
              <a:rPr lang="en-US" altLang="en-US" sz="1800"/>
              <a:t> </a:t>
            </a:r>
            <a:r>
              <a:rPr lang="en-US" altLang="en-US" sz="1800" err="1"/>
              <a:t>hướng</a:t>
            </a:r>
            <a:r>
              <a:rPr lang="en-US" altLang="en-US" sz="1800"/>
              <a:t>).</a:t>
            </a:r>
          </a:p>
          <a:p>
            <a:endParaRPr lang="en-US" sz="2800"/>
          </a:p>
        </p:txBody>
      </p:sp>
      <p:pic>
        <p:nvPicPr>
          <p:cNvPr id="26" name="Picture 25"/>
          <p:cNvPicPr>
            <a:picLocks noChangeAspect="1"/>
          </p:cNvPicPr>
          <p:nvPr/>
        </p:nvPicPr>
        <p:blipFill>
          <a:blip r:embed="rId3"/>
          <a:stretch>
            <a:fillRect/>
          </a:stretch>
        </p:blipFill>
        <p:spPr>
          <a:xfrm>
            <a:off x="1066800" y="4410702"/>
            <a:ext cx="6690735" cy="1659898"/>
          </a:xfrm>
          <a:prstGeom prst="rect">
            <a:avLst/>
          </a:prstGeom>
        </p:spPr>
      </p:pic>
      <p:sp>
        <p:nvSpPr>
          <p:cNvPr id="6" name="TextBox 5"/>
          <p:cNvSpPr txBox="1"/>
          <p:nvPr/>
        </p:nvSpPr>
        <p:spPr>
          <a:xfrm>
            <a:off x="7924800" y="5638800"/>
            <a:ext cx="357790" cy="369332"/>
          </a:xfrm>
          <a:prstGeom prst="rect">
            <a:avLst/>
          </a:prstGeom>
          <a:noFill/>
        </p:spPr>
        <p:txBody>
          <a:bodyPr wrap="none" rtlCol="0">
            <a:spAutoFit/>
          </a:bodyPr>
          <a:lstStyle/>
          <a:p>
            <a:r>
              <a:rPr lang="en-US"/>
              <a:t>...</a:t>
            </a:r>
          </a:p>
        </p:txBody>
      </p:sp>
    </p:spTree>
    <p:extLst>
      <p:ext uri="{BB962C8B-B14F-4D97-AF65-F5344CB8AC3E}">
        <p14:creationId xmlns:p14="http://schemas.microsoft.com/office/powerpoint/2010/main" val="926721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14</a:t>
            </a:fld>
            <a:endParaRPr lang="en-US"/>
          </a:p>
        </p:txBody>
      </p:sp>
      <p:sp>
        <p:nvSpPr>
          <p:cNvPr id="2" name="Title 1"/>
          <p:cNvSpPr>
            <a:spLocks noGrp="1"/>
          </p:cNvSpPr>
          <p:nvPr>
            <p:ph type="title"/>
          </p:nvPr>
        </p:nvSpPr>
        <p:spPr/>
        <p:txBody>
          <a:bodyPr/>
          <a:lstStyle/>
          <a:p>
            <a:r>
              <a:rPr lang="vi-VN"/>
              <a:t>Một số cấu trúc dữ liệu cơ bản</a:t>
            </a:r>
            <a:endParaRPr lang="en-US"/>
          </a:p>
        </p:txBody>
      </p:sp>
      <p:sp>
        <p:nvSpPr>
          <p:cNvPr id="3" name="Text Placeholder 2"/>
          <p:cNvSpPr>
            <a:spLocks noGrp="1"/>
          </p:cNvSpPr>
          <p:nvPr>
            <p:ph type="body" sz="quarter" idx="13"/>
          </p:nvPr>
        </p:nvSpPr>
        <p:spPr/>
        <p:txBody>
          <a:bodyPr/>
          <a:lstStyle/>
          <a:p>
            <a:endParaRPr lang="en-US"/>
          </a:p>
        </p:txBody>
      </p:sp>
      <p:pic>
        <p:nvPicPr>
          <p:cNvPr id="50" name="Content Placeholder 49"/>
          <p:cNvPicPr>
            <a:picLocks noGrp="1" noChangeAspect="1"/>
          </p:cNvPicPr>
          <p:nvPr>
            <p:ph idx="4294967295"/>
          </p:nvPr>
        </p:nvPicPr>
        <p:blipFill>
          <a:blip r:embed="rId2"/>
          <a:stretch>
            <a:fillRect/>
          </a:stretch>
        </p:blipFill>
        <p:spPr>
          <a:xfrm>
            <a:off x="391209" y="3640340"/>
            <a:ext cx="4962525" cy="771525"/>
          </a:xfrm>
          <a:prstGeom prst="rect">
            <a:avLst/>
          </a:prstGeom>
        </p:spPr>
      </p:pic>
      <p:grpSp>
        <p:nvGrpSpPr>
          <p:cNvPr id="7" name="Group 6"/>
          <p:cNvGrpSpPr/>
          <p:nvPr/>
        </p:nvGrpSpPr>
        <p:grpSpPr>
          <a:xfrm>
            <a:off x="391209" y="1552215"/>
            <a:ext cx="6073856" cy="1114785"/>
            <a:chOff x="391209" y="1552215"/>
            <a:chExt cx="6073856" cy="1114785"/>
          </a:xfrm>
        </p:grpSpPr>
        <p:pic>
          <p:nvPicPr>
            <p:cNvPr id="48" name="Picture 47"/>
            <p:cNvPicPr>
              <a:picLocks noChangeAspect="1"/>
            </p:cNvPicPr>
            <p:nvPr/>
          </p:nvPicPr>
          <p:blipFill>
            <a:blip r:embed="rId3"/>
            <a:stretch>
              <a:fillRect/>
            </a:stretch>
          </p:blipFill>
          <p:spPr>
            <a:xfrm>
              <a:off x="415846" y="1552215"/>
              <a:ext cx="6049219" cy="1095528"/>
            </a:xfrm>
            <a:prstGeom prst="rect">
              <a:avLst/>
            </a:prstGeom>
          </p:spPr>
        </p:pic>
        <p:sp>
          <p:nvSpPr>
            <p:cNvPr id="6" name="Rectangle 5"/>
            <p:cNvSpPr/>
            <p:nvPr/>
          </p:nvSpPr>
          <p:spPr>
            <a:xfrm>
              <a:off x="391209" y="2362200"/>
              <a:ext cx="751791"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p:cNvGrpSpPr/>
          <p:nvPr/>
        </p:nvGrpSpPr>
        <p:grpSpPr>
          <a:xfrm>
            <a:off x="466727" y="2815383"/>
            <a:ext cx="4887007" cy="741137"/>
            <a:chOff x="466727" y="2815383"/>
            <a:chExt cx="4887007" cy="741137"/>
          </a:xfrm>
        </p:grpSpPr>
        <p:pic>
          <p:nvPicPr>
            <p:cNvPr id="49" name="Picture 48"/>
            <p:cNvPicPr>
              <a:picLocks noChangeAspect="1"/>
            </p:cNvPicPr>
            <p:nvPr/>
          </p:nvPicPr>
          <p:blipFill>
            <a:blip r:embed="rId4"/>
            <a:stretch>
              <a:fillRect/>
            </a:stretch>
          </p:blipFill>
          <p:spPr>
            <a:xfrm>
              <a:off x="466727" y="2815383"/>
              <a:ext cx="4887007" cy="657317"/>
            </a:xfrm>
            <a:prstGeom prst="rect">
              <a:avLst/>
            </a:prstGeom>
          </p:spPr>
        </p:pic>
        <p:sp>
          <p:nvSpPr>
            <p:cNvPr id="13" name="Rectangle 12"/>
            <p:cNvSpPr/>
            <p:nvPr/>
          </p:nvSpPr>
          <p:spPr>
            <a:xfrm>
              <a:off x="466727" y="3251720"/>
              <a:ext cx="751791"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p:cNvSpPr/>
          <p:nvPr/>
        </p:nvSpPr>
        <p:spPr>
          <a:xfrm>
            <a:off x="466727" y="4141240"/>
            <a:ext cx="751791"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p:nvGrpSpPr>
        <p:grpSpPr>
          <a:xfrm>
            <a:off x="457200" y="4682769"/>
            <a:ext cx="4934639" cy="973340"/>
            <a:chOff x="457200" y="4682769"/>
            <a:chExt cx="4934639" cy="973340"/>
          </a:xfrm>
        </p:grpSpPr>
        <p:pic>
          <p:nvPicPr>
            <p:cNvPr id="51" name="Picture 50"/>
            <p:cNvPicPr>
              <a:picLocks noChangeAspect="1"/>
            </p:cNvPicPr>
            <p:nvPr/>
          </p:nvPicPr>
          <p:blipFill>
            <a:blip r:embed="rId5"/>
            <a:stretch>
              <a:fillRect/>
            </a:stretch>
          </p:blipFill>
          <p:spPr>
            <a:xfrm>
              <a:off x="457200" y="4682769"/>
              <a:ext cx="4934639" cy="905001"/>
            </a:xfrm>
            <a:prstGeom prst="rect">
              <a:avLst/>
            </a:prstGeom>
          </p:spPr>
        </p:pic>
        <p:sp>
          <p:nvSpPr>
            <p:cNvPr id="15" name="Rectangle 14"/>
            <p:cNvSpPr/>
            <p:nvPr/>
          </p:nvSpPr>
          <p:spPr>
            <a:xfrm>
              <a:off x="466727" y="5351309"/>
              <a:ext cx="751791"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6620933" y="1845206"/>
            <a:ext cx="1827996" cy="1869774"/>
            <a:chOff x="6620933" y="1845206"/>
            <a:chExt cx="1827996" cy="1869774"/>
          </a:xfrm>
        </p:grpSpPr>
        <p:pic>
          <p:nvPicPr>
            <p:cNvPr id="52" name="Picture 51"/>
            <p:cNvPicPr>
              <a:picLocks noChangeAspect="1"/>
            </p:cNvPicPr>
            <p:nvPr/>
          </p:nvPicPr>
          <p:blipFill>
            <a:blip r:embed="rId6"/>
            <a:stretch>
              <a:fillRect/>
            </a:stretch>
          </p:blipFill>
          <p:spPr>
            <a:xfrm>
              <a:off x="6629400" y="1845206"/>
              <a:ext cx="1819529" cy="1857634"/>
            </a:xfrm>
            <a:prstGeom prst="rect">
              <a:avLst/>
            </a:prstGeom>
          </p:spPr>
        </p:pic>
        <p:sp>
          <p:nvSpPr>
            <p:cNvPr id="16" name="Rectangle 15"/>
            <p:cNvSpPr/>
            <p:nvPr/>
          </p:nvSpPr>
          <p:spPr>
            <a:xfrm>
              <a:off x="6620933" y="3410180"/>
              <a:ext cx="751791"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6593632" y="4105444"/>
            <a:ext cx="1617139" cy="1243541"/>
            <a:chOff x="6593632" y="4105444"/>
            <a:chExt cx="1617139" cy="1243541"/>
          </a:xfrm>
        </p:grpSpPr>
        <p:pic>
          <p:nvPicPr>
            <p:cNvPr id="53" name="Picture 52"/>
            <p:cNvPicPr>
              <a:picLocks noChangeAspect="1"/>
            </p:cNvPicPr>
            <p:nvPr/>
          </p:nvPicPr>
          <p:blipFill>
            <a:blip r:embed="rId7"/>
            <a:stretch>
              <a:fillRect/>
            </a:stretch>
          </p:blipFill>
          <p:spPr>
            <a:xfrm>
              <a:off x="6629400" y="4105444"/>
              <a:ext cx="1581371" cy="1190791"/>
            </a:xfrm>
            <a:prstGeom prst="rect">
              <a:avLst/>
            </a:prstGeom>
          </p:spPr>
        </p:pic>
        <p:sp>
          <p:nvSpPr>
            <p:cNvPr id="17" name="Rectangle 16"/>
            <p:cNvSpPr/>
            <p:nvPr/>
          </p:nvSpPr>
          <p:spPr>
            <a:xfrm>
              <a:off x="6593632" y="5044185"/>
              <a:ext cx="751791"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9997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15</a:t>
            </a:fld>
            <a:endParaRPr lang="en-US"/>
          </a:p>
        </p:txBody>
      </p:sp>
      <p:sp>
        <p:nvSpPr>
          <p:cNvPr id="2" name="Title 1"/>
          <p:cNvSpPr>
            <a:spLocks noGrp="1"/>
          </p:cNvSpPr>
          <p:nvPr>
            <p:ph type="title"/>
          </p:nvPr>
        </p:nvSpPr>
        <p:spPr/>
        <p:txBody>
          <a:bodyPr/>
          <a:lstStyle/>
          <a:p>
            <a:r>
              <a:rPr lang="en-US"/>
              <a:t>Thao </a:t>
            </a:r>
            <a:r>
              <a:rPr lang="en-US" err="1"/>
              <a:t>tác</a:t>
            </a:r>
            <a:r>
              <a:rPr lang="en-US"/>
              <a:t> </a:t>
            </a:r>
            <a:r>
              <a:rPr lang="en-US" err="1"/>
              <a:t>trên</a:t>
            </a:r>
            <a:r>
              <a:rPr lang="en-US"/>
              <a:t> </a:t>
            </a:r>
            <a:r>
              <a:rPr lang="en-US" err="1"/>
              <a:t>cấu</a:t>
            </a:r>
            <a:r>
              <a:rPr lang="en-US"/>
              <a:t> </a:t>
            </a:r>
            <a:r>
              <a:rPr lang="en-US" err="1"/>
              <a:t>trúc</a:t>
            </a:r>
            <a:r>
              <a:rPr lang="en-US"/>
              <a:t> </a:t>
            </a:r>
            <a:r>
              <a:rPr lang="en-US" err="1"/>
              <a:t>dữ</a:t>
            </a:r>
            <a:r>
              <a:rPr lang="en-US"/>
              <a:t> </a:t>
            </a:r>
            <a:r>
              <a:rPr lang="en-US" err="1"/>
              <a:t>liệu</a:t>
            </a:r>
            <a:endParaRPr lang="en-US"/>
          </a:p>
        </p:txBody>
      </p:sp>
      <p:sp>
        <p:nvSpPr>
          <p:cNvPr id="3" name="Content Placeholder 2"/>
          <p:cNvSpPr>
            <a:spLocks noGrp="1"/>
          </p:cNvSpPr>
          <p:nvPr>
            <p:ph type="body" sz="quarter" idx="13"/>
          </p:nvPr>
        </p:nvSpPr>
        <p:spPr/>
        <p:txBody>
          <a:bodyPr>
            <a:normAutofit/>
          </a:bodyPr>
          <a:lstStyle/>
          <a:p>
            <a:r>
              <a:rPr lang="en-US" sz="2400" err="1"/>
              <a:t>Khởi</a:t>
            </a:r>
            <a:r>
              <a:rPr lang="en-US" sz="2400"/>
              <a:t> </a:t>
            </a:r>
            <a:r>
              <a:rPr lang="en-US" sz="2400" err="1"/>
              <a:t>tạo</a:t>
            </a:r>
            <a:r>
              <a:rPr lang="en-US" sz="2400"/>
              <a:t>, </a:t>
            </a:r>
            <a:r>
              <a:rPr lang="en-US" sz="2400" err="1"/>
              <a:t>Hủy</a:t>
            </a:r>
            <a:endParaRPr lang="en-US" sz="2400"/>
          </a:p>
          <a:p>
            <a:r>
              <a:rPr lang="en-US" sz="2400" err="1"/>
              <a:t>Chèn</a:t>
            </a:r>
            <a:r>
              <a:rPr lang="en-US" sz="2400"/>
              <a:t> </a:t>
            </a:r>
            <a:r>
              <a:rPr lang="en-US" sz="2400" err="1"/>
              <a:t>mới</a:t>
            </a:r>
            <a:endParaRPr lang="en-US" sz="2400"/>
          </a:p>
          <a:p>
            <a:r>
              <a:rPr lang="en-US" sz="2400" err="1"/>
              <a:t>Sửa</a:t>
            </a:r>
            <a:r>
              <a:rPr lang="en-US" sz="2400"/>
              <a:t> </a:t>
            </a:r>
            <a:r>
              <a:rPr lang="en-US" sz="2400" err="1"/>
              <a:t>đổi</a:t>
            </a:r>
            <a:r>
              <a:rPr lang="en-US" sz="2400"/>
              <a:t> </a:t>
            </a:r>
            <a:r>
              <a:rPr lang="en-US" sz="2400" err="1"/>
              <a:t>phần</a:t>
            </a:r>
            <a:r>
              <a:rPr lang="en-US" sz="2400"/>
              <a:t> </a:t>
            </a:r>
            <a:r>
              <a:rPr lang="en-US" sz="2400" err="1"/>
              <a:t>tử</a:t>
            </a:r>
            <a:endParaRPr lang="en-US" sz="2400"/>
          </a:p>
          <a:p>
            <a:r>
              <a:rPr lang="en-US" sz="2400" err="1"/>
              <a:t>Xóa</a:t>
            </a:r>
            <a:r>
              <a:rPr lang="en-US" sz="2400"/>
              <a:t> </a:t>
            </a:r>
            <a:r>
              <a:rPr lang="en-US" sz="2400" err="1"/>
              <a:t>phần</a:t>
            </a:r>
            <a:r>
              <a:rPr lang="en-US" sz="2400"/>
              <a:t> </a:t>
            </a:r>
            <a:r>
              <a:rPr lang="en-US" sz="2400" err="1"/>
              <a:t>tử</a:t>
            </a:r>
            <a:endParaRPr lang="en-US" sz="2400"/>
          </a:p>
          <a:p>
            <a:r>
              <a:rPr lang="en-US" sz="2400" err="1"/>
              <a:t>Tìm</a:t>
            </a:r>
            <a:r>
              <a:rPr lang="en-US" sz="2400"/>
              <a:t> </a:t>
            </a:r>
            <a:r>
              <a:rPr lang="en-US" sz="2400" err="1"/>
              <a:t>kiếm</a:t>
            </a:r>
            <a:endParaRPr lang="en-US" sz="2400"/>
          </a:p>
          <a:p>
            <a:r>
              <a:rPr lang="en-US" sz="2400" err="1"/>
              <a:t>Duyệt</a:t>
            </a:r>
            <a:r>
              <a:rPr lang="en-US" sz="2400"/>
              <a:t> </a:t>
            </a:r>
            <a:r>
              <a:rPr lang="en-US" sz="2400" err="1"/>
              <a:t>phần</a:t>
            </a:r>
            <a:r>
              <a:rPr lang="en-US" sz="2400"/>
              <a:t> </a:t>
            </a:r>
            <a:r>
              <a:rPr lang="en-US" sz="2400" err="1"/>
              <a:t>tử</a:t>
            </a:r>
            <a:endParaRPr lang="en-US" sz="2400"/>
          </a:p>
          <a:p>
            <a:r>
              <a:rPr lang="en-US" sz="2400" err="1"/>
              <a:t>Sắp</a:t>
            </a:r>
            <a:r>
              <a:rPr lang="en-US" sz="2400"/>
              <a:t> </a:t>
            </a:r>
            <a:r>
              <a:rPr lang="en-US" sz="2400" err="1"/>
              <a:t>xếp</a:t>
            </a:r>
            <a:endParaRPr lang="en-US" sz="2400"/>
          </a:p>
          <a:p>
            <a:r>
              <a:rPr lang="en-US" sz="2400" err="1"/>
              <a:t>Trộn</a:t>
            </a:r>
            <a:endParaRPr lang="en-US" sz="2400"/>
          </a:p>
        </p:txBody>
      </p:sp>
    </p:spTree>
    <p:extLst>
      <p:ext uri="{BB962C8B-B14F-4D97-AF65-F5344CB8AC3E}">
        <p14:creationId xmlns:p14="http://schemas.microsoft.com/office/powerpoint/2010/main" val="110075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16</a:t>
            </a:fld>
            <a:endParaRPr lang="en-US"/>
          </a:p>
        </p:txBody>
      </p:sp>
      <p:sp>
        <p:nvSpPr>
          <p:cNvPr id="2" name="Title 1"/>
          <p:cNvSpPr>
            <a:spLocks noGrp="1"/>
          </p:cNvSpPr>
          <p:nvPr>
            <p:ph type="title"/>
          </p:nvPr>
        </p:nvSpPr>
        <p:spPr/>
        <p:txBody>
          <a:bodyPr/>
          <a:lstStyle/>
          <a:p>
            <a:r>
              <a:rPr lang="en-US" altLang="en-US"/>
              <a:t>2.2.2. </a:t>
            </a:r>
            <a:r>
              <a:rPr lang="en-US" altLang="en-US" err="1"/>
              <a:t>Cấu</a:t>
            </a:r>
            <a:r>
              <a:rPr lang="en-US" altLang="en-US"/>
              <a:t> </a:t>
            </a:r>
            <a:r>
              <a:rPr lang="en-US" altLang="en-US" err="1"/>
              <a:t>trúc</a:t>
            </a:r>
            <a:r>
              <a:rPr lang="en-US" altLang="en-US"/>
              <a:t> </a:t>
            </a:r>
            <a:r>
              <a:rPr lang="en-US" altLang="en-US" err="1"/>
              <a:t>lưu</a:t>
            </a:r>
            <a:r>
              <a:rPr lang="en-US" altLang="en-US"/>
              <a:t> </a:t>
            </a:r>
            <a:r>
              <a:rPr lang="en-US" altLang="en-US" err="1"/>
              <a:t>trữ</a:t>
            </a:r>
            <a:endParaRPr lang="en-US"/>
          </a:p>
        </p:txBody>
      </p:sp>
      <p:sp>
        <p:nvSpPr>
          <p:cNvPr id="3" name="Content Placeholder 2"/>
          <p:cNvSpPr>
            <a:spLocks noGrp="1"/>
          </p:cNvSpPr>
          <p:nvPr>
            <p:ph type="body" sz="quarter" idx="13"/>
          </p:nvPr>
        </p:nvSpPr>
        <p:spPr/>
        <p:txBody>
          <a:bodyPr>
            <a:normAutofit/>
          </a:bodyPr>
          <a:lstStyle/>
          <a:p>
            <a:pPr eaLnBrk="1" hangingPunct="1"/>
            <a:r>
              <a:rPr lang="en-US" altLang="en-US" sz="2400" err="1"/>
              <a:t>Cấu</a:t>
            </a:r>
            <a:r>
              <a:rPr lang="en-US" altLang="en-US" sz="2400"/>
              <a:t> </a:t>
            </a:r>
            <a:r>
              <a:rPr lang="en-US" altLang="en-US" sz="2400" err="1"/>
              <a:t>trúc</a:t>
            </a:r>
            <a:r>
              <a:rPr lang="en-US" altLang="en-US" sz="2400"/>
              <a:t> </a:t>
            </a:r>
            <a:r>
              <a:rPr lang="en-US" altLang="en-US" sz="2400" err="1"/>
              <a:t>lưu</a:t>
            </a:r>
            <a:r>
              <a:rPr lang="en-US" altLang="en-US" sz="2400"/>
              <a:t> </a:t>
            </a:r>
            <a:r>
              <a:rPr lang="en-US" altLang="en-US" sz="2400" err="1"/>
              <a:t>trữ</a:t>
            </a:r>
            <a:r>
              <a:rPr lang="en-US" altLang="en-US" sz="2400"/>
              <a:t> </a:t>
            </a:r>
            <a:r>
              <a:rPr lang="en-US" altLang="en-US" sz="2400" err="1"/>
              <a:t>của</a:t>
            </a:r>
            <a:r>
              <a:rPr lang="en-US" altLang="en-US" sz="2400"/>
              <a:t> </a:t>
            </a:r>
            <a:r>
              <a:rPr lang="en-US" altLang="en-US" sz="2400" err="1"/>
              <a:t>một</a:t>
            </a:r>
            <a:r>
              <a:rPr lang="en-US" altLang="en-US" sz="2400"/>
              <a:t> </a:t>
            </a:r>
            <a:r>
              <a:rPr lang="en-US" altLang="en-US" sz="2400" err="1"/>
              <a:t>cấu</a:t>
            </a:r>
            <a:r>
              <a:rPr lang="en-US" altLang="en-US" sz="2400"/>
              <a:t> </a:t>
            </a:r>
            <a:r>
              <a:rPr lang="en-US" altLang="en-US" sz="2400" err="1"/>
              <a:t>trúc</a:t>
            </a:r>
            <a:r>
              <a:rPr lang="en-US" altLang="en-US" sz="2400"/>
              <a:t> </a:t>
            </a:r>
            <a:r>
              <a:rPr lang="en-US" altLang="en-US" sz="2400" err="1"/>
              <a:t>dữ</a:t>
            </a:r>
            <a:r>
              <a:rPr lang="en-US" altLang="en-US" sz="2400"/>
              <a:t> </a:t>
            </a:r>
            <a:r>
              <a:rPr lang="en-US" altLang="en-US" sz="2400" err="1"/>
              <a:t>liệu</a:t>
            </a:r>
            <a:r>
              <a:rPr lang="en-US" altLang="en-US" sz="2400"/>
              <a:t> </a:t>
            </a:r>
            <a:r>
              <a:rPr lang="en-US" altLang="en-US" sz="2400" err="1"/>
              <a:t>thể</a:t>
            </a:r>
            <a:r>
              <a:rPr lang="en-US" altLang="en-US" sz="2400"/>
              <a:t> </a:t>
            </a:r>
            <a:r>
              <a:rPr lang="en-US" altLang="en-US" sz="2400" err="1"/>
              <a:t>hiện</a:t>
            </a:r>
            <a:r>
              <a:rPr lang="en-US" altLang="en-US" sz="2400"/>
              <a:t> </a:t>
            </a:r>
            <a:r>
              <a:rPr lang="en-US" altLang="en-US" sz="2400" err="1"/>
              <a:t>khía</a:t>
            </a:r>
            <a:r>
              <a:rPr lang="en-US" altLang="en-US" sz="2400"/>
              <a:t> </a:t>
            </a:r>
            <a:r>
              <a:rPr lang="en-US" altLang="en-US" sz="2400" err="1"/>
              <a:t>cạnh</a:t>
            </a:r>
            <a:r>
              <a:rPr lang="en-US" altLang="en-US" sz="2400"/>
              <a:t> </a:t>
            </a:r>
            <a:r>
              <a:rPr lang="en-US" altLang="en-US" sz="2400" err="1"/>
              <a:t>vật</a:t>
            </a:r>
            <a:r>
              <a:rPr lang="en-US" altLang="en-US" sz="2400"/>
              <a:t> </a:t>
            </a:r>
            <a:r>
              <a:rPr lang="en-US" altLang="en-US" sz="2400" err="1"/>
              <a:t>lý</a:t>
            </a:r>
            <a:r>
              <a:rPr lang="en-US" altLang="en-US" sz="2400"/>
              <a:t> (</a:t>
            </a:r>
            <a:r>
              <a:rPr lang="en-US" altLang="en-US" sz="2400" err="1"/>
              <a:t>cài</a:t>
            </a:r>
            <a:r>
              <a:rPr lang="en-US" altLang="en-US" sz="2400"/>
              <a:t> </a:t>
            </a:r>
            <a:r>
              <a:rPr lang="en-US" altLang="en-US" sz="2400" err="1"/>
              <a:t>đặt</a:t>
            </a:r>
            <a:r>
              <a:rPr lang="en-US" altLang="en-US" sz="2400"/>
              <a:t>) </a:t>
            </a:r>
            <a:r>
              <a:rPr lang="en-US" altLang="en-US" sz="2400" err="1"/>
              <a:t>của</a:t>
            </a:r>
            <a:r>
              <a:rPr lang="en-US" altLang="en-US" sz="2400"/>
              <a:t> </a:t>
            </a:r>
            <a:r>
              <a:rPr lang="en-US" altLang="en-US" sz="2400" err="1"/>
              <a:t>cấu</a:t>
            </a:r>
            <a:r>
              <a:rPr lang="en-US" altLang="en-US" sz="2400"/>
              <a:t> </a:t>
            </a:r>
            <a:r>
              <a:rPr lang="en-US" altLang="en-US" sz="2400" err="1"/>
              <a:t>trúc</a:t>
            </a:r>
            <a:r>
              <a:rPr lang="en-US" altLang="en-US" sz="2400"/>
              <a:t> </a:t>
            </a:r>
            <a:r>
              <a:rPr lang="en-US" altLang="en-US" sz="2400" err="1"/>
              <a:t>dữ</a:t>
            </a:r>
            <a:r>
              <a:rPr lang="en-US" altLang="en-US" sz="2400"/>
              <a:t> </a:t>
            </a:r>
            <a:r>
              <a:rPr lang="en-US" altLang="en-US" sz="2400" err="1"/>
              <a:t>liệu</a:t>
            </a:r>
            <a:r>
              <a:rPr lang="en-US" altLang="en-US" sz="2400"/>
              <a:t> </a:t>
            </a:r>
            <a:r>
              <a:rPr lang="en-US" altLang="en-US" sz="2400" err="1"/>
              <a:t>đó</a:t>
            </a:r>
            <a:r>
              <a:rPr lang="en-US" altLang="en-US" sz="2400"/>
              <a:t>. </a:t>
            </a:r>
          </a:p>
          <a:p>
            <a:pPr lvl="1"/>
            <a:r>
              <a:rPr lang="vi-VN" sz="2000"/>
              <a:t>cách tổ chức bộ nhớ của máy tính để có thể lưu trữ cho một cấu trúc dữ liệu</a:t>
            </a:r>
            <a:endParaRPr lang="en-US" altLang="en-US" sz="2000"/>
          </a:p>
          <a:p>
            <a:pPr eaLnBrk="1" hangingPunct="1"/>
            <a:r>
              <a:rPr lang="en-US" altLang="en-US" sz="2400" err="1"/>
              <a:t>Hoặc</a:t>
            </a:r>
            <a:r>
              <a:rPr lang="en-US" altLang="en-US" sz="2400"/>
              <a:t> </a:t>
            </a:r>
            <a:r>
              <a:rPr lang="en-US" altLang="en-US" sz="2400" err="1"/>
              <a:t>là</a:t>
            </a:r>
            <a:r>
              <a:rPr lang="en-US" altLang="en-US" sz="2400"/>
              <a:t> </a:t>
            </a:r>
            <a:r>
              <a:rPr lang="en-US" altLang="en-US" sz="2400" err="1"/>
              <a:t>cấu</a:t>
            </a:r>
            <a:r>
              <a:rPr lang="en-US" altLang="en-US" sz="2400"/>
              <a:t> </a:t>
            </a:r>
            <a:r>
              <a:rPr lang="en-US" altLang="en-US" sz="2400" err="1"/>
              <a:t>trúc</a:t>
            </a:r>
            <a:r>
              <a:rPr lang="en-US" altLang="en-US" sz="2400"/>
              <a:t> </a:t>
            </a:r>
            <a:r>
              <a:rPr lang="en-US" altLang="en-US" sz="2400" err="1"/>
              <a:t>kiểu</a:t>
            </a:r>
            <a:r>
              <a:rPr lang="en-US" altLang="en-US" sz="2400"/>
              <a:t> </a:t>
            </a:r>
            <a:r>
              <a:rPr lang="en-US" altLang="en-US" sz="2400" err="1"/>
              <a:t>dữ</a:t>
            </a:r>
            <a:r>
              <a:rPr lang="en-US" altLang="en-US" sz="2400"/>
              <a:t> </a:t>
            </a:r>
            <a:r>
              <a:rPr lang="en-US" altLang="en-US" sz="2400" err="1"/>
              <a:t>liệu</a:t>
            </a:r>
            <a:r>
              <a:rPr lang="en-US" altLang="en-US" sz="2400"/>
              <a:t> </a:t>
            </a:r>
            <a:r>
              <a:rPr lang="en-US" altLang="en-US" sz="2400" err="1"/>
              <a:t>mà</a:t>
            </a:r>
            <a:r>
              <a:rPr lang="en-US" altLang="en-US" sz="2400"/>
              <a:t> </a:t>
            </a:r>
            <a:r>
              <a:rPr lang="en-US" altLang="en-US" sz="2400" err="1"/>
              <a:t>một</a:t>
            </a:r>
            <a:r>
              <a:rPr lang="en-US" altLang="en-US" sz="2400"/>
              <a:t> </a:t>
            </a:r>
            <a:r>
              <a:rPr lang="en-US" altLang="en-US" sz="2400" err="1"/>
              <a:t>ngôn</a:t>
            </a:r>
            <a:r>
              <a:rPr lang="en-US" altLang="en-US" sz="2400"/>
              <a:t> </a:t>
            </a:r>
            <a:r>
              <a:rPr lang="en-US" altLang="en-US" sz="2400" err="1"/>
              <a:t>ngữ</a:t>
            </a:r>
            <a:r>
              <a:rPr lang="en-US" altLang="en-US" sz="2400"/>
              <a:t> </a:t>
            </a:r>
            <a:r>
              <a:rPr lang="en-US" altLang="en-US" sz="2400" err="1"/>
              <a:t>lập</a:t>
            </a:r>
            <a:r>
              <a:rPr lang="en-US" altLang="en-US" sz="2400"/>
              <a:t> </a:t>
            </a:r>
            <a:r>
              <a:rPr lang="en-US" altLang="en-US" sz="2400" err="1"/>
              <a:t>trình</a:t>
            </a:r>
            <a:r>
              <a:rPr lang="en-US" altLang="en-US" sz="2400"/>
              <a:t> </a:t>
            </a:r>
            <a:r>
              <a:rPr lang="en-US" altLang="en-US" sz="2400" err="1"/>
              <a:t>hỗ</a:t>
            </a:r>
            <a:r>
              <a:rPr lang="en-US" altLang="en-US" sz="2400"/>
              <a:t> </a:t>
            </a:r>
            <a:r>
              <a:rPr lang="en-US" altLang="en-US" sz="2400" err="1"/>
              <a:t>trợ</a:t>
            </a:r>
            <a:endParaRPr lang="en-US" altLang="en-US" sz="2400"/>
          </a:p>
          <a:p>
            <a:pPr lvl="1"/>
            <a:r>
              <a:rPr lang="en-US" altLang="en-US" sz="2000" err="1"/>
              <a:t>số</a:t>
            </a:r>
            <a:r>
              <a:rPr lang="en-US" altLang="en-US" sz="2000"/>
              <a:t> </a:t>
            </a:r>
            <a:r>
              <a:rPr lang="en-US" altLang="en-US" sz="2000" err="1"/>
              <a:t>lượng</a:t>
            </a:r>
            <a:r>
              <a:rPr lang="en-US" altLang="en-US" sz="2000"/>
              <a:t> </a:t>
            </a:r>
            <a:r>
              <a:rPr lang="en-US" altLang="en-US" sz="2000" err="1"/>
              <a:t>các</a:t>
            </a:r>
            <a:r>
              <a:rPr lang="en-US" altLang="en-US" sz="2000"/>
              <a:t> </a:t>
            </a:r>
            <a:r>
              <a:rPr lang="en-US" altLang="en-US" sz="2000" err="1"/>
              <a:t>cấu</a:t>
            </a:r>
            <a:r>
              <a:rPr lang="en-US" altLang="en-US" sz="2000"/>
              <a:t> </a:t>
            </a:r>
            <a:r>
              <a:rPr lang="en-US" altLang="en-US" sz="2000" err="1"/>
              <a:t>trúc</a:t>
            </a:r>
            <a:r>
              <a:rPr lang="en-US" altLang="en-US" sz="2000"/>
              <a:t> </a:t>
            </a:r>
            <a:r>
              <a:rPr lang="en-US" altLang="en-US" sz="2000" err="1"/>
              <a:t>lưu</a:t>
            </a:r>
            <a:r>
              <a:rPr lang="en-US" altLang="en-US" sz="2000"/>
              <a:t> </a:t>
            </a:r>
            <a:r>
              <a:rPr lang="en-US" altLang="en-US" sz="2000" err="1"/>
              <a:t>trữ</a:t>
            </a:r>
            <a:r>
              <a:rPr lang="en-US" altLang="en-US" sz="2000"/>
              <a:t> </a:t>
            </a:r>
            <a:r>
              <a:rPr lang="en-US" altLang="en-US" sz="2000" err="1"/>
              <a:t>là</a:t>
            </a:r>
            <a:r>
              <a:rPr lang="en-US" altLang="en-US" sz="2000"/>
              <a:t> </a:t>
            </a:r>
            <a:r>
              <a:rPr lang="en-US" altLang="en-US" sz="2000" err="1"/>
              <a:t>số</a:t>
            </a:r>
            <a:r>
              <a:rPr lang="en-US" altLang="en-US" sz="2000"/>
              <a:t> </a:t>
            </a:r>
            <a:r>
              <a:rPr lang="en-US" altLang="en-US" sz="2000" err="1"/>
              <a:t>lượng</a:t>
            </a:r>
            <a:r>
              <a:rPr lang="en-US" altLang="en-US" sz="2000"/>
              <a:t> </a:t>
            </a:r>
            <a:r>
              <a:rPr lang="en-US" altLang="en-US" sz="2000" err="1"/>
              <a:t>các</a:t>
            </a:r>
            <a:r>
              <a:rPr lang="en-US" altLang="en-US" sz="2000"/>
              <a:t> </a:t>
            </a:r>
            <a:r>
              <a:rPr lang="en-US" altLang="en-US" sz="2000" err="1"/>
              <a:t>kiểu</a:t>
            </a:r>
            <a:r>
              <a:rPr lang="en-US" altLang="en-US" sz="2000"/>
              <a:t> </a:t>
            </a:r>
            <a:r>
              <a:rPr lang="en-US" altLang="en-US" sz="2000" err="1"/>
              <a:t>dữ</a:t>
            </a:r>
            <a:r>
              <a:rPr lang="en-US" altLang="en-US" sz="2000"/>
              <a:t> </a:t>
            </a:r>
            <a:r>
              <a:rPr lang="en-US" altLang="en-US" sz="2000" err="1"/>
              <a:t>liệu</a:t>
            </a:r>
            <a:r>
              <a:rPr lang="en-US" altLang="en-US" sz="2000"/>
              <a:t> </a:t>
            </a:r>
            <a:r>
              <a:rPr lang="en-US" altLang="en-US" sz="2000" err="1"/>
              <a:t>của</a:t>
            </a:r>
            <a:r>
              <a:rPr lang="en-US" altLang="en-US" sz="2000"/>
              <a:t> </a:t>
            </a:r>
            <a:r>
              <a:rPr lang="en-US" altLang="en-US" sz="2000" err="1"/>
              <a:t>ngôn</a:t>
            </a:r>
            <a:r>
              <a:rPr lang="en-US" altLang="en-US" sz="2000"/>
              <a:t> </a:t>
            </a:r>
            <a:r>
              <a:rPr lang="en-US" altLang="en-US" sz="2000" err="1"/>
              <a:t>ngữ</a:t>
            </a:r>
            <a:r>
              <a:rPr lang="en-US" altLang="en-US" sz="2000"/>
              <a:t> </a:t>
            </a:r>
            <a:r>
              <a:rPr lang="en-US" altLang="en-US" sz="2000" err="1"/>
              <a:t>lập</a:t>
            </a:r>
            <a:r>
              <a:rPr lang="en-US" altLang="en-US" sz="2000"/>
              <a:t> </a:t>
            </a:r>
            <a:r>
              <a:rPr lang="en-US" altLang="en-US" sz="2000" err="1"/>
              <a:t>trình</a:t>
            </a:r>
            <a:r>
              <a:rPr lang="en-US" altLang="en-US" sz="2000"/>
              <a:t> </a:t>
            </a:r>
            <a:r>
              <a:rPr lang="en-US" altLang="en-US" sz="2000" err="1"/>
              <a:t>đó</a:t>
            </a:r>
            <a:r>
              <a:rPr lang="en-US" altLang="en-US" sz="2000"/>
              <a:t> </a:t>
            </a:r>
          </a:p>
          <a:p>
            <a:endParaRPr lang="en-US" sz="2400"/>
          </a:p>
        </p:txBody>
      </p:sp>
    </p:spTree>
    <p:extLst>
      <p:ext uri="{BB962C8B-B14F-4D97-AF65-F5344CB8AC3E}">
        <p14:creationId xmlns:p14="http://schemas.microsoft.com/office/powerpoint/2010/main" val="3967288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17</a:t>
            </a:fld>
            <a:endParaRPr lang="en-US"/>
          </a:p>
        </p:txBody>
      </p:sp>
      <p:sp>
        <p:nvSpPr>
          <p:cNvPr id="2" name="Title 1"/>
          <p:cNvSpPr>
            <a:spLocks noGrp="1"/>
          </p:cNvSpPr>
          <p:nvPr>
            <p:ph type="title"/>
          </p:nvPr>
        </p:nvSpPr>
        <p:spPr/>
        <p:txBody>
          <a:bodyPr/>
          <a:lstStyle/>
          <a:p>
            <a:r>
              <a:rPr lang="en-US" altLang="en-US"/>
              <a:t>2.2.2. </a:t>
            </a:r>
            <a:r>
              <a:rPr lang="en-US" altLang="en-US" err="1"/>
              <a:t>Cấu</a:t>
            </a:r>
            <a:r>
              <a:rPr lang="en-US" altLang="en-US"/>
              <a:t> </a:t>
            </a:r>
            <a:r>
              <a:rPr lang="en-US" altLang="en-US" err="1"/>
              <a:t>trúc</a:t>
            </a:r>
            <a:r>
              <a:rPr lang="en-US" altLang="en-US"/>
              <a:t> </a:t>
            </a:r>
            <a:r>
              <a:rPr lang="en-US" altLang="en-US" err="1"/>
              <a:t>lưu</a:t>
            </a:r>
            <a:r>
              <a:rPr lang="en-US" altLang="en-US"/>
              <a:t> </a:t>
            </a:r>
            <a:r>
              <a:rPr lang="en-US" altLang="en-US" err="1"/>
              <a:t>trữ</a:t>
            </a:r>
            <a:endParaRPr lang="en-US"/>
          </a:p>
        </p:txBody>
      </p:sp>
      <p:sp>
        <p:nvSpPr>
          <p:cNvPr id="3" name="Content Placeholder 2"/>
          <p:cNvSpPr>
            <a:spLocks noGrp="1"/>
          </p:cNvSpPr>
          <p:nvPr>
            <p:ph type="body" sz="quarter" idx="13"/>
          </p:nvPr>
        </p:nvSpPr>
        <p:spPr/>
        <p:txBody>
          <a:bodyPr>
            <a:normAutofit/>
          </a:bodyPr>
          <a:lstStyle/>
          <a:p>
            <a:pPr>
              <a:lnSpc>
                <a:spcPct val="90000"/>
              </a:lnSpc>
            </a:pPr>
            <a:r>
              <a:rPr lang="en-US" altLang="en-US" sz="2400" err="1"/>
              <a:t>Vị</a:t>
            </a:r>
            <a:r>
              <a:rPr lang="en-US" altLang="en-US" sz="2400"/>
              <a:t> </a:t>
            </a:r>
            <a:r>
              <a:rPr lang="en-US" altLang="en-US" sz="2400" err="1"/>
              <a:t>trí</a:t>
            </a:r>
            <a:r>
              <a:rPr lang="en-US" altLang="en-US" sz="2400"/>
              <a:t> </a:t>
            </a:r>
            <a:r>
              <a:rPr lang="en-US" altLang="en-US" sz="2400" err="1"/>
              <a:t>lưu</a:t>
            </a:r>
            <a:r>
              <a:rPr lang="en-US" altLang="en-US" sz="2400"/>
              <a:t> </a:t>
            </a:r>
            <a:r>
              <a:rPr lang="en-US" altLang="en-US" sz="2400" err="1"/>
              <a:t>trữ</a:t>
            </a:r>
            <a:r>
              <a:rPr lang="en-US" altLang="en-US" sz="2400"/>
              <a:t>:</a:t>
            </a:r>
          </a:p>
          <a:p>
            <a:pPr lvl="1">
              <a:lnSpc>
                <a:spcPct val="90000"/>
              </a:lnSpc>
            </a:pPr>
            <a:r>
              <a:rPr lang="en-US" altLang="en-US" sz="2400" b="1" err="1"/>
              <a:t>Cấu</a:t>
            </a:r>
            <a:r>
              <a:rPr lang="en-US" altLang="en-US" sz="2400" b="1"/>
              <a:t> </a:t>
            </a:r>
            <a:r>
              <a:rPr lang="en-US" altLang="en-US" sz="2400" b="1" err="1"/>
              <a:t>trúc</a:t>
            </a:r>
            <a:r>
              <a:rPr lang="en-US" altLang="en-US" sz="2400" b="1"/>
              <a:t> </a:t>
            </a:r>
            <a:r>
              <a:rPr lang="en-US" altLang="en-US" sz="2400" b="1" err="1"/>
              <a:t>lưu</a:t>
            </a:r>
            <a:r>
              <a:rPr lang="en-US" altLang="en-US" sz="2400" b="1"/>
              <a:t> </a:t>
            </a:r>
            <a:r>
              <a:rPr lang="en-US" altLang="en-US" sz="2400" b="1" err="1"/>
              <a:t>trữ</a:t>
            </a:r>
            <a:r>
              <a:rPr lang="en-US" altLang="en-US" sz="2400" b="1"/>
              <a:t> </a:t>
            </a:r>
            <a:r>
              <a:rPr lang="en-US" altLang="en-US" sz="2400" b="1" err="1"/>
              <a:t>trong</a:t>
            </a:r>
            <a:r>
              <a:rPr lang="en-US" altLang="en-US" sz="2400"/>
              <a:t>: </a:t>
            </a:r>
          </a:p>
          <a:p>
            <a:pPr lvl="2"/>
            <a:r>
              <a:rPr lang="en-US" altLang="en-US" sz="2100" err="1"/>
              <a:t>nằm</a:t>
            </a:r>
            <a:r>
              <a:rPr lang="en-US" altLang="en-US" sz="2100"/>
              <a:t> ở </a:t>
            </a:r>
            <a:r>
              <a:rPr lang="en-US" altLang="en-US" sz="2100" err="1"/>
              <a:t>bộ</a:t>
            </a:r>
            <a:r>
              <a:rPr lang="en-US" altLang="en-US" sz="2100"/>
              <a:t> </a:t>
            </a:r>
            <a:r>
              <a:rPr lang="en-US" altLang="en-US" sz="2100" err="1"/>
              <a:t>nhớ</a:t>
            </a:r>
            <a:r>
              <a:rPr lang="en-US" altLang="en-US" sz="2100"/>
              <a:t> </a:t>
            </a:r>
            <a:r>
              <a:rPr lang="en-US" altLang="en-US" sz="2100" err="1"/>
              <a:t>trong</a:t>
            </a:r>
            <a:r>
              <a:rPr lang="en-US" altLang="en-US" sz="2100"/>
              <a:t> (</a:t>
            </a:r>
            <a:r>
              <a:rPr lang="en-US" altLang="en-US" sz="2100" err="1"/>
              <a:t>bộ</a:t>
            </a:r>
            <a:r>
              <a:rPr lang="en-US" altLang="en-US" sz="2100"/>
              <a:t> </a:t>
            </a:r>
            <a:r>
              <a:rPr lang="en-US" altLang="en-US" sz="2100" err="1"/>
              <a:t>nhớ</a:t>
            </a:r>
            <a:r>
              <a:rPr lang="en-US" altLang="en-US" sz="2100"/>
              <a:t> </a:t>
            </a:r>
            <a:r>
              <a:rPr lang="en-US" altLang="en-US" sz="2100" err="1"/>
              <a:t>chính</a:t>
            </a:r>
            <a:r>
              <a:rPr lang="en-US" altLang="en-US" sz="2100"/>
              <a:t>) </a:t>
            </a:r>
            <a:r>
              <a:rPr lang="en-US" altLang="en-US" sz="2100" err="1"/>
              <a:t>của</a:t>
            </a:r>
            <a:r>
              <a:rPr lang="en-US" altLang="en-US" sz="2100"/>
              <a:t> </a:t>
            </a:r>
            <a:r>
              <a:rPr lang="en-US" altLang="en-US" sz="2100" err="1"/>
              <a:t>máy</a:t>
            </a:r>
            <a:r>
              <a:rPr lang="en-US" altLang="en-US" sz="2100"/>
              <a:t> </a:t>
            </a:r>
            <a:r>
              <a:rPr lang="en-US" altLang="en-US" sz="2100" err="1"/>
              <a:t>tính</a:t>
            </a:r>
            <a:r>
              <a:rPr lang="en-US" altLang="en-US" sz="2100"/>
              <a:t>. </a:t>
            </a:r>
          </a:p>
          <a:p>
            <a:pPr lvl="2">
              <a:lnSpc>
                <a:spcPct val="90000"/>
              </a:lnSpc>
            </a:pPr>
            <a:r>
              <a:rPr lang="en-US" altLang="en-US" sz="2000" err="1"/>
              <a:t>Đơn</a:t>
            </a:r>
            <a:r>
              <a:rPr lang="en-US" altLang="en-US" sz="2000"/>
              <a:t> </a:t>
            </a:r>
            <a:r>
              <a:rPr lang="en-US" altLang="en-US" sz="2000" err="1"/>
              <a:t>giản</a:t>
            </a:r>
            <a:r>
              <a:rPr lang="en-US" altLang="en-US" sz="2000"/>
              <a:t>, </a:t>
            </a:r>
            <a:r>
              <a:rPr lang="en-US" altLang="en-US" sz="2000" err="1"/>
              <a:t>dễ</a:t>
            </a:r>
            <a:r>
              <a:rPr lang="en-US" altLang="en-US" sz="2000"/>
              <a:t> </a:t>
            </a:r>
            <a:r>
              <a:rPr lang="en-US" altLang="en-US" sz="2000" err="1"/>
              <a:t>tổ</a:t>
            </a:r>
            <a:r>
              <a:rPr lang="en-US" altLang="en-US" sz="2000"/>
              <a:t> </a:t>
            </a:r>
            <a:r>
              <a:rPr lang="en-US" altLang="en-US" sz="2000" err="1"/>
              <a:t>chức</a:t>
            </a:r>
            <a:r>
              <a:rPr lang="en-US" altLang="en-US" sz="2000"/>
              <a:t> </a:t>
            </a:r>
            <a:r>
              <a:rPr lang="en-US" altLang="en-US" sz="2000" err="1"/>
              <a:t>và</a:t>
            </a:r>
            <a:r>
              <a:rPr lang="en-US" altLang="en-US" sz="2000"/>
              <a:t> </a:t>
            </a:r>
            <a:r>
              <a:rPr lang="en-US" altLang="en-US" sz="2000" err="1"/>
              <a:t>tốc</a:t>
            </a:r>
            <a:r>
              <a:rPr lang="en-US" altLang="en-US" sz="2000"/>
              <a:t> </a:t>
            </a:r>
            <a:r>
              <a:rPr lang="en-US" altLang="en-US" sz="2000" err="1"/>
              <a:t>độ</a:t>
            </a:r>
            <a:r>
              <a:rPr lang="en-US" altLang="en-US" sz="2000"/>
              <a:t> </a:t>
            </a:r>
            <a:r>
              <a:rPr lang="en-US" altLang="en-US" sz="2000" err="1"/>
              <a:t>thao</a:t>
            </a:r>
            <a:r>
              <a:rPr lang="en-US" altLang="en-US" sz="2000"/>
              <a:t> </a:t>
            </a:r>
            <a:r>
              <a:rPr lang="en-US" altLang="en-US" sz="2000" err="1"/>
              <a:t>tác</a:t>
            </a:r>
            <a:r>
              <a:rPr lang="en-US" altLang="en-US" sz="2000"/>
              <a:t> </a:t>
            </a:r>
            <a:r>
              <a:rPr lang="en-US" altLang="en-US" sz="2000" err="1"/>
              <a:t>rất</a:t>
            </a:r>
            <a:r>
              <a:rPr lang="en-US" altLang="en-US" sz="2000"/>
              <a:t> </a:t>
            </a:r>
            <a:r>
              <a:rPr lang="en-US" altLang="en-US" sz="2000" err="1"/>
              <a:t>nhanh</a:t>
            </a:r>
            <a:r>
              <a:rPr lang="en-US" altLang="en-US" sz="2000"/>
              <a:t>. </a:t>
            </a:r>
          </a:p>
          <a:p>
            <a:pPr lvl="2">
              <a:lnSpc>
                <a:spcPct val="90000"/>
              </a:lnSpc>
            </a:pPr>
            <a:r>
              <a:rPr lang="en-US" altLang="en-US" sz="2000" err="1"/>
              <a:t>Không</a:t>
            </a:r>
            <a:r>
              <a:rPr lang="en-US" altLang="en-US" sz="2000"/>
              <a:t> </a:t>
            </a:r>
            <a:r>
              <a:rPr lang="en-US" altLang="en-US" sz="2000" err="1"/>
              <a:t>có</a:t>
            </a:r>
            <a:r>
              <a:rPr lang="en-US" altLang="en-US" sz="2000"/>
              <a:t> </a:t>
            </a:r>
            <a:r>
              <a:rPr lang="en-US" altLang="en-US" sz="2000" err="1"/>
              <a:t>tính</a:t>
            </a:r>
            <a:r>
              <a:rPr lang="en-US" altLang="en-US" sz="2000"/>
              <a:t> </a:t>
            </a:r>
            <a:r>
              <a:rPr lang="en-US" altLang="en-US" sz="2000" err="1"/>
              <a:t>lưu</a:t>
            </a:r>
            <a:r>
              <a:rPr lang="en-US" altLang="en-US" sz="2000"/>
              <a:t> </a:t>
            </a:r>
            <a:r>
              <a:rPr lang="en-US" altLang="en-US" sz="2000" err="1"/>
              <a:t>tồn</a:t>
            </a:r>
            <a:r>
              <a:rPr lang="en-US" altLang="en-US" sz="2000"/>
              <a:t> (persistence), </a:t>
            </a:r>
            <a:r>
              <a:rPr lang="en-US" altLang="en-US" sz="2000" err="1"/>
              <a:t>kích</a:t>
            </a:r>
            <a:r>
              <a:rPr lang="en-US" altLang="en-US" sz="2000"/>
              <a:t> </a:t>
            </a:r>
            <a:r>
              <a:rPr lang="en-US" altLang="en-US" sz="2000" err="1"/>
              <a:t>thước</a:t>
            </a:r>
            <a:r>
              <a:rPr lang="en-US" altLang="en-US" sz="2000"/>
              <a:t> </a:t>
            </a:r>
            <a:r>
              <a:rPr lang="en-US" altLang="en-US" sz="2000" err="1"/>
              <a:t>khá</a:t>
            </a:r>
            <a:r>
              <a:rPr lang="en-US" altLang="en-US" sz="2000"/>
              <a:t> </a:t>
            </a:r>
            <a:r>
              <a:rPr lang="en-US" altLang="en-US" sz="2000" err="1"/>
              <a:t>hạn</a:t>
            </a:r>
            <a:r>
              <a:rPr lang="en-US" altLang="en-US" sz="2000"/>
              <a:t> </a:t>
            </a:r>
            <a:r>
              <a:rPr lang="en-US" altLang="en-US" sz="2000" err="1"/>
              <a:t>chế</a:t>
            </a:r>
            <a:r>
              <a:rPr lang="en-US" altLang="en-US" sz="2000"/>
              <a:t>.  </a:t>
            </a:r>
          </a:p>
          <a:p>
            <a:pPr lvl="1">
              <a:lnSpc>
                <a:spcPct val="90000"/>
              </a:lnSpc>
            </a:pPr>
            <a:r>
              <a:rPr lang="en-US" altLang="en-US" sz="2400" b="1" err="1"/>
              <a:t>Cấu</a:t>
            </a:r>
            <a:r>
              <a:rPr lang="en-US" altLang="en-US" sz="2400" b="1"/>
              <a:t> </a:t>
            </a:r>
            <a:r>
              <a:rPr lang="en-US" altLang="en-US" sz="2400" b="1" err="1"/>
              <a:t>trúc</a:t>
            </a:r>
            <a:r>
              <a:rPr lang="en-US" altLang="en-US" sz="2400" b="1"/>
              <a:t> </a:t>
            </a:r>
            <a:r>
              <a:rPr lang="en-US" altLang="en-US" sz="2400" b="1" err="1"/>
              <a:t>lưu</a:t>
            </a:r>
            <a:r>
              <a:rPr lang="en-US" altLang="en-US" sz="2400" b="1"/>
              <a:t> </a:t>
            </a:r>
            <a:r>
              <a:rPr lang="en-US" altLang="en-US" sz="2400" b="1" err="1"/>
              <a:t>trữ</a:t>
            </a:r>
            <a:r>
              <a:rPr lang="en-US" altLang="en-US" sz="2400" b="1"/>
              <a:t> </a:t>
            </a:r>
            <a:r>
              <a:rPr lang="en-US" altLang="en-US" sz="2400" b="1" err="1"/>
              <a:t>ngoài</a:t>
            </a:r>
            <a:r>
              <a:rPr lang="en-US" altLang="en-US" sz="2400"/>
              <a:t>: </a:t>
            </a:r>
          </a:p>
          <a:p>
            <a:pPr lvl="2"/>
            <a:r>
              <a:rPr lang="en-US" altLang="en-US" sz="2100" err="1"/>
              <a:t>nằm</a:t>
            </a:r>
            <a:r>
              <a:rPr lang="en-US" altLang="en-US" sz="2100"/>
              <a:t> ở </a:t>
            </a:r>
            <a:r>
              <a:rPr lang="en-US" altLang="en-US" sz="2100" err="1"/>
              <a:t>bộ</a:t>
            </a:r>
            <a:r>
              <a:rPr lang="en-US" altLang="en-US" sz="2100"/>
              <a:t> </a:t>
            </a:r>
            <a:r>
              <a:rPr lang="en-US" altLang="en-US" sz="2100" err="1"/>
              <a:t>nhớ</a:t>
            </a:r>
            <a:r>
              <a:rPr lang="en-US" altLang="en-US" sz="2100"/>
              <a:t> </a:t>
            </a:r>
            <a:r>
              <a:rPr lang="en-US" altLang="en-US" sz="2100" err="1"/>
              <a:t>ngoài</a:t>
            </a:r>
            <a:r>
              <a:rPr lang="en-US" altLang="en-US" sz="2100"/>
              <a:t> (</a:t>
            </a:r>
            <a:r>
              <a:rPr lang="en-US" altLang="en-US" sz="2100" err="1"/>
              <a:t>bộ</a:t>
            </a:r>
            <a:r>
              <a:rPr lang="en-US" altLang="en-US" sz="2100"/>
              <a:t> </a:t>
            </a:r>
            <a:r>
              <a:rPr lang="en-US" altLang="en-US" sz="2100" err="1"/>
              <a:t>nhớ</a:t>
            </a:r>
            <a:r>
              <a:rPr lang="en-US" altLang="en-US" sz="2100"/>
              <a:t> </a:t>
            </a:r>
            <a:r>
              <a:rPr lang="en-US" altLang="en-US" sz="2100" err="1"/>
              <a:t>phụ</a:t>
            </a:r>
            <a:r>
              <a:rPr lang="en-US" altLang="en-US" sz="2100"/>
              <a:t>).</a:t>
            </a:r>
          </a:p>
          <a:p>
            <a:pPr lvl="2">
              <a:lnSpc>
                <a:spcPct val="90000"/>
              </a:lnSpc>
            </a:pPr>
            <a:r>
              <a:rPr lang="en-US" altLang="en-US" sz="2000" err="1"/>
              <a:t>Cấu</a:t>
            </a:r>
            <a:r>
              <a:rPr lang="en-US" altLang="en-US" sz="2000"/>
              <a:t> </a:t>
            </a:r>
            <a:r>
              <a:rPr lang="en-US" altLang="en-US" sz="2000" err="1"/>
              <a:t>trúc</a:t>
            </a:r>
            <a:r>
              <a:rPr lang="en-US" altLang="en-US" sz="2000"/>
              <a:t> </a:t>
            </a:r>
            <a:r>
              <a:rPr lang="en-US" altLang="en-US" sz="2000" err="1"/>
              <a:t>phức</a:t>
            </a:r>
            <a:r>
              <a:rPr lang="en-US" altLang="en-US" sz="2000"/>
              <a:t> </a:t>
            </a:r>
            <a:r>
              <a:rPr lang="en-US" altLang="en-US" sz="2000" err="1"/>
              <a:t>tạp</a:t>
            </a:r>
            <a:r>
              <a:rPr lang="en-US" altLang="en-US" sz="2000"/>
              <a:t> </a:t>
            </a:r>
            <a:r>
              <a:rPr lang="en-US" altLang="en-US" sz="2000" err="1"/>
              <a:t>và</a:t>
            </a:r>
            <a:r>
              <a:rPr lang="en-US" altLang="en-US" sz="2000"/>
              <a:t> </a:t>
            </a:r>
            <a:r>
              <a:rPr lang="en-US" altLang="en-US" sz="2000" err="1"/>
              <a:t>tốc</a:t>
            </a:r>
            <a:r>
              <a:rPr lang="en-US" altLang="en-US" sz="2000"/>
              <a:t> </a:t>
            </a:r>
            <a:r>
              <a:rPr lang="en-US" altLang="en-US" sz="2000" err="1"/>
              <a:t>độ</a:t>
            </a:r>
            <a:r>
              <a:rPr lang="en-US" altLang="en-US" sz="2000"/>
              <a:t> </a:t>
            </a:r>
            <a:r>
              <a:rPr lang="en-US" altLang="en-US" sz="2000" err="1"/>
              <a:t>thao</a:t>
            </a:r>
            <a:r>
              <a:rPr lang="en-US" altLang="en-US" sz="2000"/>
              <a:t> </a:t>
            </a:r>
            <a:r>
              <a:rPr lang="en-US" altLang="en-US" sz="2000" err="1"/>
              <a:t>tác</a:t>
            </a:r>
            <a:r>
              <a:rPr lang="en-US" altLang="en-US" sz="2000"/>
              <a:t> </a:t>
            </a:r>
            <a:r>
              <a:rPr lang="en-US" altLang="en-US" sz="2000" err="1"/>
              <a:t>chậm</a:t>
            </a:r>
            <a:r>
              <a:rPr lang="en-US" altLang="en-US" sz="2000"/>
              <a:t> </a:t>
            </a:r>
          </a:p>
          <a:p>
            <a:pPr lvl="2">
              <a:lnSpc>
                <a:spcPct val="90000"/>
              </a:lnSpc>
            </a:pPr>
            <a:r>
              <a:rPr lang="en-US" altLang="en-US" sz="2000" err="1"/>
              <a:t>Có</a:t>
            </a:r>
            <a:r>
              <a:rPr lang="en-US" altLang="en-US" sz="2000"/>
              <a:t> </a:t>
            </a:r>
            <a:r>
              <a:rPr lang="en-US" altLang="en-US" sz="2000" err="1"/>
              <a:t>tính</a:t>
            </a:r>
            <a:r>
              <a:rPr lang="en-US" altLang="en-US" sz="2000"/>
              <a:t> </a:t>
            </a:r>
            <a:r>
              <a:rPr lang="en-US" altLang="en-US" sz="2000" err="1"/>
              <a:t>lưu</a:t>
            </a:r>
            <a:r>
              <a:rPr lang="en-US" altLang="en-US" sz="2000"/>
              <a:t> </a:t>
            </a:r>
            <a:r>
              <a:rPr lang="en-US" altLang="en-US" sz="2000" err="1"/>
              <a:t>tồn</a:t>
            </a:r>
            <a:r>
              <a:rPr lang="en-US" altLang="en-US" sz="2000"/>
              <a:t> </a:t>
            </a:r>
            <a:r>
              <a:rPr lang="en-US" altLang="en-US" sz="2000" err="1"/>
              <a:t>và</a:t>
            </a:r>
            <a:r>
              <a:rPr lang="en-US" altLang="en-US" sz="2000"/>
              <a:t> </a:t>
            </a:r>
            <a:r>
              <a:rPr lang="en-US" altLang="en-US" sz="2000" err="1"/>
              <a:t>cho</a:t>
            </a:r>
            <a:r>
              <a:rPr lang="en-US" altLang="en-US" sz="2000"/>
              <a:t> </a:t>
            </a:r>
            <a:r>
              <a:rPr lang="en-US" altLang="en-US" sz="2000" err="1"/>
              <a:t>phép</a:t>
            </a:r>
            <a:r>
              <a:rPr lang="en-US" altLang="en-US" sz="2000"/>
              <a:t> </a:t>
            </a:r>
            <a:r>
              <a:rPr lang="en-US" altLang="en-US" sz="2000" err="1"/>
              <a:t>lưu</a:t>
            </a:r>
            <a:r>
              <a:rPr lang="en-US" altLang="en-US" sz="2000"/>
              <a:t> </a:t>
            </a:r>
            <a:r>
              <a:rPr lang="en-US" altLang="en-US" sz="2000" err="1"/>
              <a:t>trữ</a:t>
            </a:r>
            <a:r>
              <a:rPr lang="en-US" altLang="en-US" sz="2000"/>
              <a:t> </a:t>
            </a:r>
            <a:r>
              <a:rPr lang="en-US" altLang="en-US" sz="2000" err="1"/>
              <a:t>các</a:t>
            </a:r>
            <a:r>
              <a:rPr lang="en-US" altLang="en-US" sz="2000"/>
              <a:t> </a:t>
            </a:r>
            <a:r>
              <a:rPr lang="en-US" altLang="en-US" sz="2000" err="1"/>
              <a:t>dữ</a:t>
            </a:r>
            <a:r>
              <a:rPr lang="en-US" altLang="en-US" sz="2000"/>
              <a:t> </a:t>
            </a:r>
            <a:r>
              <a:rPr lang="en-US" altLang="en-US" sz="2000" err="1"/>
              <a:t>liệu</a:t>
            </a:r>
            <a:r>
              <a:rPr lang="en-US" altLang="en-US" sz="2000"/>
              <a:t> </a:t>
            </a:r>
            <a:r>
              <a:rPr lang="en-US" altLang="en-US" sz="2000" err="1"/>
              <a:t>có</a:t>
            </a:r>
            <a:r>
              <a:rPr lang="en-US" altLang="en-US" sz="2000"/>
              <a:t> </a:t>
            </a:r>
            <a:r>
              <a:rPr lang="en-US" altLang="en-US" sz="2000" err="1"/>
              <a:t>kích</a:t>
            </a:r>
            <a:r>
              <a:rPr lang="en-US" altLang="en-US" sz="2000"/>
              <a:t> </a:t>
            </a:r>
            <a:r>
              <a:rPr lang="en-US" altLang="en-US" sz="2000" err="1"/>
              <a:t>thước</a:t>
            </a:r>
            <a:r>
              <a:rPr lang="en-US" altLang="en-US" sz="2000"/>
              <a:t> </a:t>
            </a:r>
            <a:r>
              <a:rPr lang="en-US" altLang="en-US" sz="2000" err="1"/>
              <a:t>rất</a:t>
            </a:r>
            <a:r>
              <a:rPr lang="en-US" altLang="en-US" sz="2000"/>
              <a:t> </a:t>
            </a:r>
            <a:r>
              <a:rPr lang="en-US" altLang="en-US" sz="2000" err="1"/>
              <a:t>lớn</a:t>
            </a:r>
            <a:r>
              <a:rPr lang="en-US" altLang="en-US" sz="2000"/>
              <a:t>. </a:t>
            </a:r>
          </a:p>
          <a:p>
            <a:endParaRPr lang="en-US" sz="3600"/>
          </a:p>
        </p:txBody>
      </p:sp>
    </p:spTree>
    <p:extLst>
      <p:ext uri="{BB962C8B-B14F-4D97-AF65-F5344CB8AC3E}">
        <p14:creationId xmlns:p14="http://schemas.microsoft.com/office/powerpoint/2010/main" val="3817575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18</a:t>
            </a:fld>
            <a:endParaRPr lang="en-US"/>
          </a:p>
        </p:txBody>
      </p:sp>
      <p:sp>
        <p:nvSpPr>
          <p:cNvPr id="2" name="Title 1"/>
          <p:cNvSpPr>
            <a:spLocks noGrp="1"/>
          </p:cNvSpPr>
          <p:nvPr>
            <p:ph type="title"/>
          </p:nvPr>
        </p:nvSpPr>
        <p:spPr/>
        <p:txBody>
          <a:bodyPr/>
          <a:lstStyle/>
          <a:p>
            <a:r>
              <a:rPr lang="en-US" altLang="en-US"/>
              <a:t>2.3.1. </a:t>
            </a:r>
            <a:r>
              <a:rPr lang="en-US" altLang="en-US" err="1"/>
              <a:t>Cấu</a:t>
            </a:r>
            <a:r>
              <a:rPr lang="en-US" altLang="en-US"/>
              <a:t> </a:t>
            </a:r>
            <a:r>
              <a:rPr lang="en-US" altLang="en-US" err="1"/>
              <a:t>trúc</a:t>
            </a:r>
            <a:r>
              <a:rPr lang="en-US" altLang="en-US"/>
              <a:t> </a:t>
            </a:r>
            <a:r>
              <a:rPr lang="en-US" altLang="en-US" err="1"/>
              <a:t>lưu</a:t>
            </a:r>
            <a:r>
              <a:rPr lang="en-US" altLang="en-US"/>
              <a:t> </a:t>
            </a:r>
            <a:r>
              <a:rPr lang="en-US" altLang="en-US" err="1"/>
              <a:t>trữ</a:t>
            </a:r>
            <a:r>
              <a:rPr lang="en-US" altLang="en-US"/>
              <a:t> </a:t>
            </a:r>
            <a:r>
              <a:rPr lang="en-US" altLang="en-US" err="1"/>
              <a:t>trong</a:t>
            </a:r>
            <a:endParaRPr lang="en-US"/>
          </a:p>
        </p:txBody>
      </p:sp>
      <p:sp>
        <p:nvSpPr>
          <p:cNvPr id="39" name="Text Placeholder 38"/>
          <p:cNvSpPr>
            <a:spLocks noGrp="1"/>
          </p:cNvSpPr>
          <p:nvPr>
            <p:ph type="body" sz="quarter" idx="13"/>
          </p:nvPr>
        </p:nvSpPr>
        <p:spPr/>
        <p:txBody>
          <a:bodyPr/>
          <a:lstStyle/>
          <a:p>
            <a:r>
              <a:rPr lang="en-US" altLang="en-US"/>
              <a:t>Minh </a:t>
            </a:r>
            <a:r>
              <a:rPr lang="en-US" altLang="en-US" err="1"/>
              <a:t>họa</a:t>
            </a:r>
            <a:r>
              <a:rPr lang="en-US" altLang="en-US"/>
              <a:t> 2 </a:t>
            </a:r>
            <a:r>
              <a:rPr lang="en-US" altLang="en-US" err="1"/>
              <a:t>loại</a:t>
            </a:r>
            <a:r>
              <a:rPr lang="en-US" altLang="en-US"/>
              <a:t> CTLT </a:t>
            </a:r>
            <a:r>
              <a:rPr lang="en-US" altLang="en-US" err="1"/>
              <a:t>trong</a:t>
            </a:r>
            <a:endParaRPr lang="en-US"/>
          </a:p>
        </p:txBody>
      </p:sp>
      <p:grpSp>
        <p:nvGrpSpPr>
          <p:cNvPr id="3" name="Group 2"/>
          <p:cNvGrpSpPr/>
          <p:nvPr/>
        </p:nvGrpSpPr>
        <p:grpSpPr>
          <a:xfrm>
            <a:off x="990600" y="1676400"/>
            <a:ext cx="6858000" cy="4054475"/>
            <a:chOff x="990600" y="1676400"/>
            <a:chExt cx="6858000" cy="4054475"/>
          </a:xfrm>
        </p:grpSpPr>
        <p:sp>
          <p:nvSpPr>
            <p:cNvPr id="6" name="Rectangle 4"/>
            <p:cNvSpPr>
              <a:spLocks noChangeArrowheads="1"/>
            </p:cNvSpPr>
            <p:nvPr/>
          </p:nvSpPr>
          <p:spPr bwMode="auto">
            <a:xfrm>
              <a:off x="1828800" y="1676400"/>
              <a:ext cx="685800" cy="5334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t>a</a:t>
              </a:r>
              <a:r>
                <a:rPr lang="en-US" altLang="en-US" sz="2400" baseline="-25000"/>
                <a:t>1</a:t>
              </a:r>
            </a:p>
          </p:txBody>
        </p:sp>
        <p:sp>
          <p:nvSpPr>
            <p:cNvPr id="7" name="Rectangle 7"/>
            <p:cNvSpPr>
              <a:spLocks noChangeArrowheads="1"/>
            </p:cNvSpPr>
            <p:nvPr/>
          </p:nvSpPr>
          <p:spPr bwMode="auto">
            <a:xfrm>
              <a:off x="2514600" y="1676400"/>
              <a:ext cx="685800" cy="5334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t>a</a:t>
              </a:r>
              <a:r>
                <a:rPr lang="en-US" altLang="en-US" sz="2400" baseline="-25000"/>
                <a:t>2</a:t>
              </a:r>
            </a:p>
          </p:txBody>
        </p:sp>
        <p:sp>
          <p:nvSpPr>
            <p:cNvPr id="8" name="Rectangle 8"/>
            <p:cNvSpPr>
              <a:spLocks noChangeArrowheads="1"/>
            </p:cNvSpPr>
            <p:nvPr/>
          </p:nvSpPr>
          <p:spPr bwMode="auto">
            <a:xfrm>
              <a:off x="3200400" y="1676400"/>
              <a:ext cx="685800" cy="5334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t>a</a:t>
              </a:r>
              <a:r>
                <a:rPr lang="en-US" altLang="en-US" sz="2400" baseline="-25000"/>
                <a:t>3</a:t>
              </a:r>
            </a:p>
          </p:txBody>
        </p:sp>
        <p:sp>
          <p:nvSpPr>
            <p:cNvPr id="9" name="Rectangle 9"/>
            <p:cNvSpPr>
              <a:spLocks noChangeArrowheads="1"/>
            </p:cNvSpPr>
            <p:nvPr/>
          </p:nvSpPr>
          <p:spPr bwMode="auto">
            <a:xfrm>
              <a:off x="3886200" y="1676400"/>
              <a:ext cx="685800" cy="5334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t>a</a:t>
              </a:r>
              <a:r>
                <a:rPr lang="en-US" altLang="en-US" sz="2400" baseline="-25000"/>
                <a:t>4</a:t>
              </a:r>
            </a:p>
          </p:txBody>
        </p:sp>
        <p:sp>
          <p:nvSpPr>
            <p:cNvPr id="10" name="Rectangle 10"/>
            <p:cNvSpPr>
              <a:spLocks noChangeArrowheads="1"/>
            </p:cNvSpPr>
            <p:nvPr/>
          </p:nvSpPr>
          <p:spPr bwMode="auto">
            <a:xfrm>
              <a:off x="4572000" y="1676400"/>
              <a:ext cx="685800" cy="5334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t>a</a:t>
              </a:r>
              <a:r>
                <a:rPr lang="en-US" altLang="en-US" sz="2400" baseline="-25000"/>
                <a:t>5</a:t>
              </a:r>
            </a:p>
          </p:txBody>
        </p:sp>
        <p:sp>
          <p:nvSpPr>
            <p:cNvPr id="11" name="Rectangle 11"/>
            <p:cNvSpPr>
              <a:spLocks noChangeArrowheads="1"/>
            </p:cNvSpPr>
            <p:nvPr/>
          </p:nvSpPr>
          <p:spPr bwMode="auto">
            <a:xfrm>
              <a:off x="5257800" y="1676400"/>
              <a:ext cx="685800" cy="5334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t>a</a:t>
              </a:r>
              <a:r>
                <a:rPr lang="en-US" altLang="en-US" sz="2400" baseline="-25000"/>
                <a:t>6</a:t>
              </a:r>
            </a:p>
          </p:txBody>
        </p:sp>
        <p:sp>
          <p:nvSpPr>
            <p:cNvPr id="12" name="Rectangle 12"/>
            <p:cNvSpPr>
              <a:spLocks noChangeArrowheads="1"/>
            </p:cNvSpPr>
            <p:nvPr/>
          </p:nvSpPr>
          <p:spPr bwMode="auto">
            <a:xfrm>
              <a:off x="5943600" y="1676400"/>
              <a:ext cx="685800" cy="5334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t>a</a:t>
              </a:r>
              <a:r>
                <a:rPr lang="en-US" altLang="en-US" sz="2400" baseline="-25000"/>
                <a:t>7</a:t>
              </a:r>
            </a:p>
          </p:txBody>
        </p:sp>
        <p:sp>
          <p:nvSpPr>
            <p:cNvPr id="13" name="Rectangle 13"/>
            <p:cNvSpPr>
              <a:spLocks noChangeArrowheads="1"/>
            </p:cNvSpPr>
            <p:nvPr/>
          </p:nvSpPr>
          <p:spPr bwMode="auto">
            <a:xfrm>
              <a:off x="6629400" y="1676400"/>
              <a:ext cx="685800" cy="5334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t>a</a:t>
              </a:r>
              <a:r>
                <a:rPr lang="en-US" altLang="en-US" sz="2400" baseline="-25000"/>
                <a:t>8</a:t>
              </a:r>
            </a:p>
          </p:txBody>
        </p:sp>
        <p:sp>
          <p:nvSpPr>
            <p:cNvPr id="14" name="Rectangle 14"/>
            <p:cNvSpPr>
              <a:spLocks noChangeArrowheads="1"/>
            </p:cNvSpPr>
            <p:nvPr/>
          </p:nvSpPr>
          <p:spPr bwMode="auto">
            <a:xfrm>
              <a:off x="1981200" y="3733800"/>
              <a:ext cx="685800" cy="5334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t>a</a:t>
              </a:r>
              <a:r>
                <a:rPr lang="en-US" altLang="en-US" sz="2400" baseline="-25000"/>
                <a:t>1</a:t>
              </a:r>
            </a:p>
          </p:txBody>
        </p:sp>
        <p:sp>
          <p:nvSpPr>
            <p:cNvPr id="15" name="Rectangle 15"/>
            <p:cNvSpPr>
              <a:spLocks noChangeArrowheads="1"/>
            </p:cNvSpPr>
            <p:nvPr/>
          </p:nvSpPr>
          <p:spPr bwMode="auto">
            <a:xfrm>
              <a:off x="3429000" y="3200400"/>
              <a:ext cx="685800" cy="5334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t>a</a:t>
              </a:r>
              <a:r>
                <a:rPr lang="en-US" altLang="en-US" sz="2400" baseline="-25000"/>
                <a:t>2</a:t>
              </a:r>
            </a:p>
          </p:txBody>
        </p:sp>
        <p:sp>
          <p:nvSpPr>
            <p:cNvPr id="16" name="Rectangle 16"/>
            <p:cNvSpPr>
              <a:spLocks noChangeArrowheads="1"/>
            </p:cNvSpPr>
            <p:nvPr/>
          </p:nvSpPr>
          <p:spPr bwMode="auto">
            <a:xfrm>
              <a:off x="3810000" y="4648200"/>
              <a:ext cx="685800" cy="5334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t>a</a:t>
              </a:r>
              <a:r>
                <a:rPr lang="en-US" altLang="en-US" sz="2400" baseline="-25000"/>
                <a:t>3</a:t>
              </a:r>
            </a:p>
          </p:txBody>
        </p:sp>
        <p:sp>
          <p:nvSpPr>
            <p:cNvPr id="17" name="Rectangle 17"/>
            <p:cNvSpPr>
              <a:spLocks noChangeArrowheads="1"/>
            </p:cNvSpPr>
            <p:nvPr/>
          </p:nvSpPr>
          <p:spPr bwMode="auto">
            <a:xfrm>
              <a:off x="5257800" y="4114800"/>
              <a:ext cx="685800" cy="5334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t>a</a:t>
              </a:r>
              <a:r>
                <a:rPr lang="en-US" altLang="en-US" sz="2400" baseline="-25000"/>
                <a:t>4</a:t>
              </a:r>
            </a:p>
          </p:txBody>
        </p:sp>
        <p:sp>
          <p:nvSpPr>
            <p:cNvPr id="18" name="Rectangle 18"/>
            <p:cNvSpPr>
              <a:spLocks noChangeArrowheads="1"/>
            </p:cNvSpPr>
            <p:nvPr/>
          </p:nvSpPr>
          <p:spPr bwMode="auto">
            <a:xfrm>
              <a:off x="6858000" y="3200400"/>
              <a:ext cx="685800" cy="5334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t>a</a:t>
              </a:r>
              <a:r>
                <a:rPr lang="en-US" altLang="en-US" sz="2400" baseline="-25000"/>
                <a:t>5</a:t>
              </a:r>
            </a:p>
          </p:txBody>
        </p:sp>
        <p:sp>
          <p:nvSpPr>
            <p:cNvPr id="19" name="Rectangle 19"/>
            <p:cNvSpPr>
              <a:spLocks noChangeArrowheads="1"/>
            </p:cNvSpPr>
            <p:nvPr/>
          </p:nvSpPr>
          <p:spPr bwMode="auto">
            <a:xfrm>
              <a:off x="6858000" y="4648200"/>
              <a:ext cx="685800" cy="533400"/>
            </a:xfrm>
            <a:prstGeom prst="rect">
              <a:avLst/>
            </a:prstGeom>
            <a:solidFill>
              <a:srgbClr val="00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a:t>a</a:t>
              </a:r>
              <a:r>
                <a:rPr lang="en-US" altLang="en-US" sz="2400" baseline="-25000"/>
                <a:t>6</a:t>
              </a:r>
            </a:p>
          </p:txBody>
        </p:sp>
        <p:sp>
          <p:nvSpPr>
            <p:cNvPr id="20" name="Rectangle 20"/>
            <p:cNvSpPr>
              <a:spLocks noChangeArrowheads="1"/>
            </p:cNvSpPr>
            <p:nvPr/>
          </p:nvSpPr>
          <p:spPr bwMode="auto">
            <a:xfrm>
              <a:off x="2667000" y="3733800"/>
              <a:ext cx="304800" cy="5334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1" name="Line 21"/>
            <p:cNvSpPr>
              <a:spLocks noChangeShapeType="1"/>
            </p:cNvSpPr>
            <p:nvPr/>
          </p:nvSpPr>
          <p:spPr bwMode="auto">
            <a:xfrm flipV="1">
              <a:off x="2819400" y="3429000"/>
              <a:ext cx="609600" cy="533400"/>
            </a:xfrm>
            <a:prstGeom prst="line">
              <a:avLst/>
            </a:prstGeom>
            <a:noFill/>
            <a:ln w="952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 name="Rectangle 22"/>
            <p:cNvSpPr>
              <a:spLocks noChangeArrowheads="1"/>
            </p:cNvSpPr>
            <p:nvPr/>
          </p:nvSpPr>
          <p:spPr bwMode="auto">
            <a:xfrm>
              <a:off x="4114800" y="3200400"/>
              <a:ext cx="304800" cy="5334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3" name="Line 23"/>
            <p:cNvSpPr>
              <a:spLocks noChangeShapeType="1"/>
            </p:cNvSpPr>
            <p:nvPr/>
          </p:nvSpPr>
          <p:spPr bwMode="auto">
            <a:xfrm flipH="1">
              <a:off x="4114800" y="3429000"/>
              <a:ext cx="152400" cy="1219200"/>
            </a:xfrm>
            <a:prstGeom prst="line">
              <a:avLst/>
            </a:prstGeom>
            <a:noFill/>
            <a:ln w="952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 name="Rectangle 24"/>
            <p:cNvSpPr>
              <a:spLocks noChangeArrowheads="1"/>
            </p:cNvSpPr>
            <p:nvPr/>
          </p:nvSpPr>
          <p:spPr bwMode="auto">
            <a:xfrm>
              <a:off x="4495800" y="4648200"/>
              <a:ext cx="304800" cy="5334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5" name="Line 25"/>
            <p:cNvSpPr>
              <a:spLocks noChangeShapeType="1"/>
            </p:cNvSpPr>
            <p:nvPr/>
          </p:nvSpPr>
          <p:spPr bwMode="auto">
            <a:xfrm flipV="1">
              <a:off x="4648200" y="4343400"/>
              <a:ext cx="609600" cy="533400"/>
            </a:xfrm>
            <a:prstGeom prst="line">
              <a:avLst/>
            </a:prstGeom>
            <a:noFill/>
            <a:ln w="952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 name="Rectangle 26"/>
            <p:cNvSpPr>
              <a:spLocks noChangeArrowheads="1"/>
            </p:cNvSpPr>
            <p:nvPr/>
          </p:nvSpPr>
          <p:spPr bwMode="auto">
            <a:xfrm>
              <a:off x="5943600" y="4114800"/>
              <a:ext cx="304800" cy="5334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7" name="Line 27"/>
            <p:cNvSpPr>
              <a:spLocks noChangeShapeType="1"/>
            </p:cNvSpPr>
            <p:nvPr/>
          </p:nvSpPr>
          <p:spPr bwMode="auto">
            <a:xfrm flipV="1">
              <a:off x="6096000" y="3505200"/>
              <a:ext cx="762000" cy="762000"/>
            </a:xfrm>
            <a:prstGeom prst="line">
              <a:avLst/>
            </a:prstGeom>
            <a:noFill/>
            <a:ln w="952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Line 28"/>
            <p:cNvSpPr>
              <a:spLocks noChangeShapeType="1"/>
            </p:cNvSpPr>
            <p:nvPr/>
          </p:nvSpPr>
          <p:spPr bwMode="auto">
            <a:xfrm>
              <a:off x="6096000" y="4495800"/>
              <a:ext cx="762000" cy="381000"/>
            </a:xfrm>
            <a:prstGeom prst="line">
              <a:avLst/>
            </a:prstGeom>
            <a:noFill/>
            <a:ln w="952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 name="Line 29"/>
            <p:cNvSpPr>
              <a:spLocks noChangeShapeType="1"/>
            </p:cNvSpPr>
            <p:nvPr/>
          </p:nvSpPr>
          <p:spPr bwMode="auto">
            <a:xfrm>
              <a:off x="1295400" y="3886200"/>
              <a:ext cx="685800" cy="0"/>
            </a:xfrm>
            <a:prstGeom prst="line">
              <a:avLst/>
            </a:prstGeom>
            <a:noFill/>
            <a:ln w="952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 name="Rectangle 31"/>
            <p:cNvSpPr>
              <a:spLocks noChangeArrowheads="1"/>
            </p:cNvSpPr>
            <p:nvPr/>
          </p:nvSpPr>
          <p:spPr bwMode="auto">
            <a:xfrm>
              <a:off x="7543800" y="3200400"/>
              <a:ext cx="304800" cy="5334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1" name="Line 32"/>
            <p:cNvSpPr>
              <a:spLocks noChangeShapeType="1"/>
            </p:cNvSpPr>
            <p:nvPr/>
          </p:nvSpPr>
          <p:spPr bwMode="auto">
            <a:xfrm>
              <a:off x="7543800" y="3200400"/>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33"/>
            <p:cNvSpPr>
              <a:spLocks noChangeShapeType="1"/>
            </p:cNvSpPr>
            <p:nvPr/>
          </p:nvSpPr>
          <p:spPr bwMode="auto">
            <a:xfrm flipH="1">
              <a:off x="7543800" y="3200400"/>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Rectangle 34"/>
            <p:cNvSpPr>
              <a:spLocks noChangeArrowheads="1"/>
            </p:cNvSpPr>
            <p:nvPr/>
          </p:nvSpPr>
          <p:spPr bwMode="auto">
            <a:xfrm>
              <a:off x="7543800" y="4648200"/>
              <a:ext cx="304800" cy="5334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 name="Line 35"/>
            <p:cNvSpPr>
              <a:spLocks noChangeShapeType="1"/>
            </p:cNvSpPr>
            <p:nvPr/>
          </p:nvSpPr>
          <p:spPr bwMode="auto">
            <a:xfrm>
              <a:off x="7543800" y="4648200"/>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36"/>
            <p:cNvSpPr>
              <a:spLocks noChangeShapeType="1"/>
            </p:cNvSpPr>
            <p:nvPr/>
          </p:nvSpPr>
          <p:spPr bwMode="auto">
            <a:xfrm flipH="1">
              <a:off x="7543800" y="4648200"/>
              <a:ext cx="30480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Text Box 37"/>
            <p:cNvSpPr txBox="1">
              <a:spLocks noChangeArrowheads="1"/>
            </p:cNvSpPr>
            <p:nvPr/>
          </p:nvSpPr>
          <p:spPr bwMode="auto">
            <a:xfrm>
              <a:off x="990600" y="3429000"/>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a:t>H</a:t>
              </a:r>
            </a:p>
          </p:txBody>
        </p:sp>
        <p:sp>
          <p:nvSpPr>
            <p:cNvPr id="37" name="Text Box 38"/>
            <p:cNvSpPr txBox="1">
              <a:spLocks noChangeArrowheads="1"/>
            </p:cNvSpPr>
            <p:nvPr/>
          </p:nvSpPr>
          <p:spPr bwMode="auto">
            <a:xfrm>
              <a:off x="3505200" y="2438400"/>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a:t>Cấu trúc tĩnh</a:t>
              </a:r>
            </a:p>
          </p:txBody>
        </p:sp>
        <p:sp>
          <p:nvSpPr>
            <p:cNvPr id="38" name="Text Box 39"/>
            <p:cNvSpPr txBox="1">
              <a:spLocks noChangeArrowheads="1"/>
            </p:cNvSpPr>
            <p:nvPr/>
          </p:nvSpPr>
          <p:spPr bwMode="auto">
            <a:xfrm>
              <a:off x="3505200" y="5334000"/>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000"/>
                <a:t>Cấu trúc động</a:t>
              </a:r>
            </a:p>
          </p:txBody>
        </p:sp>
      </p:grpSp>
    </p:spTree>
    <p:extLst>
      <p:ext uri="{BB962C8B-B14F-4D97-AF65-F5344CB8AC3E}">
        <p14:creationId xmlns:p14="http://schemas.microsoft.com/office/powerpoint/2010/main" val="3977901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19</a:t>
            </a:fld>
            <a:endParaRPr lang="en-US"/>
          </a:p>
        </p:txBody>
      </p:sp>
      <p:sp>
        <p:nvSpPr>
          <p:cNvPr id="2" name="Title 1"/>
          <p:cNvSpPr>
            <a:spLocks noGrp="1"/>
          </p:cNvSpPr>
          <p:nvPr>
            <p:ph type="title"/>
          </p:nvPr>
        </p:nvSpPr>
        <p:spPr/>
        <p:txBody>
          <a:bodyPr/>
          <a:lstStyle/>
          <a:p>
            <a:r>
              <a:rPr lang="en-US" altLang="en-US"/>
              <a:t>2.3.1. </a:t>
            </a:r>
            <a:r>
              <a:rPr lang="en-US" altLang="en-US" err="1"/>
              <a:t>Cấu</a:t>
            </a:r>
            <a:r>
              <a:rPr lang="en-US" altLang="en-US"/>
              <a:t> </a:t>
            </a:r>
            <a:r>
              <a:rPr lang="en-US" altLang="en-US" err="1"/>
              <a:t>trúc</a:t>
            </a:r>
            <a:r>
              <a:rPr lang="en-US" altLang="en-US"/>
              <a:t> </a:t>
            </a:r>
            <a:r>
              <a:rPr lang="en-US" altLang="en-US" err="1"/>
              <a:t>lưu</a:t>
            </a:r>
            <a:r>
              <a:rPr lang="en-US" altLang="en-US"/>
              <a:t> </a:t>
            </a:r>
            <a:r>
              <a:rPr lang="en-US" altLang="en-US" err="1"/>
              <a:t>trữ</a:t>
            </a:r>
            <a:r>
              <a:rPr lang="en-US" altLang="en-US"/>
              <a:t> </a:t>
            </a:r>
            <a:r>
              <a:rPr lang="en-US" altLang="en-US" err="1"/>
              <a:t>trong</a:t>
            </a:r>
            <a:endParaRPr lang="en-US"/>
          </a:p>
        </p:txBody>
      </p:sp>
      <p:sp>
        <p:nvSpPr>
          <p:cNvPr id="3" name="Content Placeholder 2"/>
          <p:cNvSpPr>
            <a:spLocks noGrp="1"/>
          </p:cNvSpPr>
          <p:nvPr>
            <p:ph type="body" sz="quarter" idx="13"/>
          </p:nvPr>
        </p:nvSpPr>
        <p:spPr/>
        <p:txBody>
          <a:bodyPr>
            <a:normAutofit/>
          </a:bodyPr>
          <a:lstStyle/>
          <a:p>
            <a:r>
              <a:rPr lang="en-US" altLang="en-US" sz="2400" err="1"/>
              <a:t>Cách</a:t>
            </a:r>
            <a:r>
              <a:rPr lang="en-US" altLang="en-US" sz="2400"/>
              <a:t> </a:t>
            </a:r>
            <a:r>
              <a:rPr lang="en-US" altLang="en-US" sz="2400" err="1"/>
              <a:t>thức</a:t>
            </a:r>
            <a:r>
              <a:rPr lang="en-US" altLang="en-US" sz="2400"/>
              <a:t> </a:t>
            </a:r>
            <a:r>
              <a:rPr lang="en-US" altLang="en-US" sz="2400" err="1"/>
              <a:t>tổ</a:t>
            </a:r>
            <a:r>
              <a:rPr lang="en-US" altLang="en-US" sz="2400"/>
              <a:t> </a:t>
            </a:r>
            <a:r>
              <a:rPr lang="en-US" altLang="en-US" sz="2400" err="1"/>
              <a:t>chức</a:t>
            </a:r>
            <a:r>
              <a:rPr lang="en-US" altLang="en-US" sz="2400"/>
              <a:t>: </a:t>
            </a:r>
          </a:p>
          <a:p>
            <a:pPr lvl="1"/>
            <a:r>
              <a:rPr lang="en-US" altLang="en-US" sz="2000" b="1" err="1"/>
              <a:t>Cấu</a:t>
            </a:r>
            <a:r>
              <a:rPr lang="en-US" altLang="en-US" sz="2000" b="1"/>
              <a:t> </a:t>
            </a:r>
            <a:r>
              <a:rPr lang="en-US" altLang="en-US" sz="2000" b="1" err="1"/>
              <a:t>trúc</a:t>
            </a:r>
            <a:r>
              <a:rPr lang="en-US" altLang="en-US" sz="2000" b="1"/>
              <a:t> </a:t>
            </a:r>
            <a:r>
              <a:rPr lang="en-US" altLang="en-US" sz="2000" b="1" err="1"/>
              <a:t>lưu</a:t>
            </a:r>
            <a:r>
              <a:rPr lang="en-US" altLang="en-US" sz="2000" b="1"/>
              <a:t> </a:t>
            </a:r>
            <a:r>
              <a:rPr lang="en-US" altLang="en-US" sz="2000" b="1" err="1"/>
              <a:t>trữ</a:t>
            </a:r>
            <a:r>
              <a:rPr lang="en-US" altLang="en-US" sz="2000" b="1"/>
              <a:t> </a:t>
            </a:r>
            <a:r>
              <a:rPr lang="en-US" altLang="en-US" sz="2000" b="1" err="1"/>
              <a:t>tĩnh</a:t>
            </a:r>
            <a:r>
              <a:rPr lang="en-US" altLang="en-US" sz="2000" b="1"/>
              <a:t> </a:t>
            </a:r>
            <a:r>
              <a:rPr lang="en-US" altLang="en-US" sz="2000"/>
              <a:t>(CTLT </a:t>
            </a:r>
            <a:r>
              <a:rPr lang="en-US" altLang="en-US" sz="2000" err="1"/>
              <a:t>tuần</a:t>
            </a:r>
            <a:r>
              <a:rPr lang="en-US" altLang="en-US" sz="2000"/>
              <a:t> </a:t>
            </a:r>
            <a:r>
              <a:rPr lang="en-US" altLang="en-US" sz="2000" err="1"/>
              <a:t>tự</a:t>
            </a:r>
            <a:r>
              <a:rPr lang="en-US" altLang="en-US" sz="2000"/>
              <a:t>):</a:t>
            </a:r>
          </a:p>
          <a:p>
            <a:pPr lvl="2">
              <a:spcBef>
                <a:spcPts val="0"/>
              </a:spcBef>
            </a:pPr>
            <a:r>
              <a:rPr lang="en-US" altLang="en-US" sz="1900" err="1"/>
              <a:t>Các</a:t>
            </a:r>
            <a:r>
              <a:rPr lang="en-US" altLang="en-US" sz="1900"/>
              <a:t> </a:t>
            </a:r>
            <a:r>
              <a:rPr lang="en-US" altLang="en-US" sz="1900" err="1"/>
              <a:t>ngăn</a:t>
            </a:r>
            <a:r>
              <a:rPr lang="en-US" altLang="en-US" sz="1900"/>
              <a:t> </a:t>
            </a:r>
            <a:r>
              <a:rPr lang="en-US" altLang="en-US" sz="1900" err="1"/>
              <a:t>nhớ</a:t>
            </a:r>
            <a:r>
              <a:rPr lang="en-US" altLang="en-US" sz="1900"/>
              <a:t> </a:t>
            </a:r>
            <a:r>
              <a:rPr lang="en-US" altLang="en-US" sz="1900" err="1"/>
              <a:t>đứng</a:t>
            </a:r>
            <a:r>
              <a:rPr lang="en-US" altLang="en-US" sz="1900"/>
              <a:t> </a:t>
            </a:r>
            <a:r>
              <a:rPr lang="en-US" altLang="en-US" sz="1900" err="1"/>
              <a:t>liền</a:t>
            </a:r>
            <a:r>
              <a:rPr lang="en-US" altLang="en-US" sz="1900"/>
              <a:t> </a:t>
            </a:r>
            <a:r>
              <a:rPr lang="en-US" altLang="en-US" sz="1900" err="1"/>
              <a:t>kề</a:t>
            </a:r>
            <a:r>
              <a:rPr lang="en-US" altLang="en-US" sz="1900"/>
              <a:t> </a:t>
            </a:r>
            <a:r>
              <a:rPr lang="en-US" altLang="en-US" sz="1900" err="1"/>
              <a:t>nhau</a:t>
            </a:r>
            <a:r>
              <a:rPr lang="en-US" altLang="en-US" sz="1900"/>
              <a:t> </a:t>
            </a:r>
            <a:r>
              <a:rPr lang="en-US" altLang="en-US" sz="1900" err="1"/>
              <a:t>thành</a:t>
            </a:r>
            <a:r>
              <a:rPr lang="en-US" altLang="en-US" sz="1900"/>
              <a:t> </a:t>
            </a:r>
            <a:r>
              <a:rPr lang="en-US" altLang="en-US" sz="1900" err="1"/>
              <a:t>một</a:t>
            </a:r>
            <a:r>
              <a:rPr lang="en-US" altLang="en-US" sz="1900"/>
              <a:t> </a:t>
            </a:r>
            <a:r>
              <a:rPr lang="en-US" altLang="en-US" sz="1900" err="1"/>
              <a:t>dãy</a:t>
            </a:r>
            <a:r>
              <a:rPr lang="en-US" altLang="en-US" sz="1900"/>
              <a:t> </a:t>
            </a:r>
            <a:r>
              <a:rPr lang="en-US" altLang="en-US" sz="1900" err="1"/>
              <a:t>liên</a:t>
            </a:r>
            <a:r>
              <a:rPr lang="en-US" altLang="en-US" sz="1900"/>
              <a:t> </a:t>
            </a:r>
            <a:r>
              <a:rPr lang="en-US" altLang="en-US" sz="1900" err="1"/>
              <a:t>tục</a:t>
            </a:r>
            <a:r>
              <a:rPr lang="en-US" altLang="en-US" sz="1900"/>
              <a:t> </a:t>
            </a:r>
            <a:r>
              <a:rPr lang="en-US" altLang="en-US" sz="1900" err="1"/>
              <a:t>trong</a:t>
            </a:r>
            <a:r>
              <a:rPr lang="en-US" altLang="en-US" sz="1900"/>
              <a:t> </a:t>
            </a:r>
            <a:r>
              <a:rPr lang="en-US" altLang="en-US" sz="1900" err="1"/>
              <a:t>bộ</a:t>
            </a:r>
            <a:r>
              <a:rPr lang="en-US" altLang="en-US" sz="1900"/>
              <a:t> </a:t>
            </a:r>
            <a:r>
              <a:rPr lang="en-US" altLang="en-US" sz="1900" err="1"/>
              <a:t>nhớ</a:t>
            </a:r>
            <a:endParaRPr lang="en-US" altLang="en-US" sz="1900"/>
          </a:p>
          <a:p>
            <a:pPr lvl="2">
              <a:spcBef>
                <a:spcPts val="0"/>
              </a:spcBef>
            </a:pPr>
            <a:r>
              <a:rPr lang="en-US" altLang="en-US" sz="1900" err="1"/>
              <a:t>Số</a:t>
            </a:r>
            <a:r>
              <a:rPr lang="en-US" altLang="en-US" sz="1900"/>
              <a:t> </a:t>
            </a:r>
            <a:r>
              <a:rPr lang="en-US" altLang="en-US" sz="1900" err="1"/>
              <a:t>lượng</a:t>
            </a:r>
            <a:r>
              <a:rPr lang="en-US" altLang="en-US" sz="1900"/>
              <a:t> </a:t>
            </a:r>
            <a:r>
              <a:rPr lang="en-US" altLang="en-US" sz="1900" err="1"/>
              <a:t>và</a:t>
            </a:r>
            <a:r>
              <a:rPr lang="en-US" altLang="en-US" sz="1900"/>
              <a:t> </a:t>
            </a:r>
            <a:r>
              <a:rPr lang="en-US" altLang="en-US" sz="1900" err="1"/>
              <a:t>kích</a:t>
            </a:r>
            <a:r>
              <a:rPr lang="en-US" altLang="en-US" sz="1900"/>
              <a:t> </a:t>
            </a:r>
            <a:r>
              <a:rPr lang="en-US" altLang="en-US" sz="1900" err="1"/>
              <a:t>thước</a:t>
            </a:r>
            <a:r>
              <a:rPr lang="en-US" altLang="en-US" sz="1900"/>
              <a:t> </a:t>
            </a:r>
            <a:r>
              <a:rPr lang="en-US" altLang="en-US" sz="1900" err="1"/>
              <a:t>mỗi</a:t>
            </a:r>
            <a:r>
              <a:rPr lang="en-US" altLang="en-US" sz="1900"/>
              <a:t> </a:t>
            </a:r>
            <a:r>
              <a:rPr lang="en-US" altLang="en-US" sz="1900" err="1"/>
              <a:t>ngăn</a:t>
            </a:r>
            <a:r>
              <a:rPr lang="en-US" altLang="en-US" sz="1900"/>
              <a:t> </a:t>
            </a:r>
            <a:r>
              <a:rPr lang="en-US" altLang="en-US" sz="1900" err="1"/>
              <a:t>là</a:t>
            </a:r>
            <a:r>
              <a:rPr lang="en-US" altLang="en-US" sz="1900"/>
              <a:t> </a:t>
            </a:r>
            <a:r>
              <a:rPr lang="en-US" altLang="en-US" sz="1900" err="1"/>
              <a:t>cố</a:t>
            </a:r>
            <a:r>
              <a:rPr lang="en-US" altLang="en-US" sz="1900"/>
              <a:t> </a:t>
            </a:r>
            <a:r>
              <a:rPr lang="en-US" altLang="en-US" sz="1900" err="1"/>
              <a:t>định</a:t>
            </a:r>
            <a:r>
              <a:rPr lang="en-US" altLang="en-US" sz="1900"/>
              <a:t> =&gt; </a:t>
            </a:r>
            <a:r>
              <a:rPr lang="en-US" altLang="en-US" sz="1900" err="1"/>
              <a:t>kích</a:t>
            </a:r>
            <a:r>
              <a:rPr lang="en-US" altLang="en-US" sz="1900"/>
              <a:t> </a:t>
            </a:r>
            <a:r>
              <a:rPr lang="en-US" altLang="en-US" sz="1900" err="1"/>
              <a:t>thước</a:t>
            </a:r>
            <a:r>
              <a:rPr lang="en-US" altLang="en-US" sz="1900"/>
              <a:t> </a:t>
            </a:r>
            <a:r>
              <a:rPr lang="en-US" altLang="en-US" sz="1900" err="1"/>
              <a:t>dữ</a:t>
            </a:r>
            <a:r>
              <a:rPr lang="en-US" altLang="en-US" sz="1900"/>
              <a:t> </a:t>
            </a:r>
            <a:r>
              <a:rPr lang="en-US" altLang="en-US" sz="1900" err="1"/>
              <a:t>liệu</a:t>
            </a:r>
            <a:r>
              <a:rPr lang="en-US" altLang="en-US" sz="1900"/>
              <a:t> </a:t>
            </a:r>
            <a:r>
              <a:rPr lang="en-US" altLang="en-US" sz="1900" err="1"/>
              <a:t>luôn</a:t>
            </a:r>
            <a:r>
              <a:rPr lang="en-US" altLang="en-US" sz="1900"/>
              <a:t> </a:t>
            </a:r>
            <a:r>
              <a:rPr lang="en-US" altLang="en-US" sz="1900" err="1"/>
              <a:t>cố</a:t>
            </a:r>
            <a:r>
              <a:rPr lang="en-US" altLang="en-US" sz="1900"/>
              <a:t> </a:t>
            </a:r>
            <a:r>
              <a:rPr lang="en-US" altLang="en-US" sz="1900" err="1"/>
              <a:t>định</a:t>
            </a:r>
            <a:endParaRPr lang="en-US" altLang="en-US" sz="1900"/>
          </a:p>
          <a:p>
            <a:pPr lvl="2">
              <a:spcBef>
                <a:spcPts val="0"/>
              </a:spcBef>
            </a:pPr>
            <a:r>
              <a:rPr lang="en-US" altLang="en-US" sz="1900" err="1"/>
              <a:t>Có</a:t>
            </a:r>
            <a:r>
              <a:rPr lang="en-US" altLang="en-US" sz="1900"/>
              <a:t> </a:t>
            </a:r>
            <a:r>
              <a:rPr lang="en-US" altLang="en-US" sz="1900" err="1"/>
              <a:t>thể</a:t>
            </a:r>
            <a:r>
              <a:rPr lang="en-US" altLang="en-US" sz="1900"/>
              <a:t> </a:t>
            </a:r>
            <a:r>
              <a:rPr lang="en-US" altLang="en-US" sz="1900" err="1"/>
              <a:t>truy</a:t>
            </a:r>
            <a:r>
              <a:rPr lang="en-US" altLang="en-US" sz="1900"/>
              <a:t> </a:t>
            </a:r>
            <a:r>
              <a:rPr lang="en-US" altLang="en-US" sz="1900" err="1"/>
              <a:t>nhập</a:t>
            </a:r>
            <a:r>
              <a:rPr lang="en-US" altLang="en-US" sz="1900"/>
              <a:t> </a:t>
            </a:r>
            <a:r>
              <a:rPr lang="en-US" altLang="en-US" sz="1900" err="1"/>
              <a:t>trực</a:t>
            </a:r>
            <a:r>
              <a:rPr lang="en-US" altLang="en-US" sz="1900"/>
              <a:t> </a:t>
            </a:r>
            <a:r>
              <a:rPr lang="en-US" altLang="en-US" sz="1900" err="1"/>
              <a:t>tiếp</a:t>
            </a:r>
            <a:r>
              <a:rPr lang="en-US" altLang="en-US" sz="1900"/>
              <a:t> </a:t>
            </a:r>
            <a:r>
              <a:rPr lang="en-US" altLang="en-US" sz="1900" err="1"/>
              <a:t>vào</a:t>
            </a:r>
            <a:r>
              <a:rPr lang="en-US" altLang="en-US" sz="1900"/>
              <a:t> </a:t>
            </a:r>
            <a:r>
              <a:rPr lang="en-US" altLang="en-US" sz="1900" err="1"/>
              <a:t>từng</a:t>
            </a:r>
            <a:r>
              <a:rPr lang="en-US" altLang="en-US" sz="1900"/>
              <a:t> </a:t>
            </a:r>
            <a:r>
              <a:rPr lang="en-US" altLang="en-US" sz="1900" err="1"/>
              <a:t>ngăn</a:t>
            </a:r>
            <a:r>
              <a:rPr lang="en-US" altLang="en-US" sz="1900"/>
              <a:t> </a:t>
            </a:r>
            <a:r>
              <a:rPr lang="en-US" altLang="en-US" sz="1900" err="1"/>
              <a:t>nhờ</a:t>
            </a:r>
            <a:r>
              <a:rPr lang="en-US" altLang="en-US" sz="1900"/>
              <a:t> </a:t>
            </a:r>
            <a:r>
              <a:rPr lang="en-US" altLang="en-US" sz="1900" err="1"/>
              <a:t>chỉ</a:t>
            </a:r>
            <a:r>
              <a:rPr lang="en-US" altLang="en-US" sz="1900"/>
              <a:t> </a:t>
            </a:r>
            <a:r>
              <a:rPr lang="en-US" altLang="en-US" sz="1900" err="1"/>
              <a:t>số</a:t>
            </a:r>
            <a:r>
              <a:rPr lang="en-US" altLang="en-US" sz="1900"/>
              <a:t> =&gt; </a:t>
            </a:r>
            <a:r>
              <a:rPr lang="en-US" altLang="en-US" sz="1900" err="1"/>
              <a:t>tốc</a:t>
            </a:r>
            <a:r>
              <a:rPr lang="en-US" altLang="en-US" sz="1900"/>
              <a:t> </a:t>
            </a:r>
            <a:r>
              <a:rPr lang="en-US" altLang="en-US" sz="1900" err="1"/>
              <a:t>độ</a:t>
            </a:r>
            <a:r>
              <a:rPr lang="en-US" altLang="en-US" sz="1900"/>
              <a:t> </a:t>
            </a:r>
            <a:r>
              <a:rPr lang="en-US" altLang="en-US" sz="1900" err="1"/>
              <a:t>truy</a:t>
            </a:r>
            <a:r>
              <a:rPr lang="en-US" altLang="en-US" sz="1900"/>
              <a:t> </a:t>
            </a:r>
            <a:r>
              <a:rPr lang="en-US" altLang="en-US" sz="1900" err="1"/>
              <a:t>nhập</a:t>
            </a:r>
            <a:r>
              <a:rPr lang="en-US" altLang="en-US" sz="1900"/>
              <a:t> </a:t>
            </a:r>
            <a:r>
              <a:rPr lang="en-US" altLang="en-US" sz="1900" err="1"/>
              <a:t>vào</a:t>
            </a:r>
            <a:r>
              <a:rPr lang="en-US" altLang="en-US" sz="1900"/>
              <a:t> </a:t>
            </a:r>
            <a:r>
              <a:rPr lang="en-US" altLang="en-US" sz="1900" err="1"/>
              <a:t>các</a:t>
            </a:r>
            <a:r>
              <a:rPr lang="en-US" altLang="en-US" sz="1900"/>
              <a:t> </a:t>
            </a:r>
            <a:r>
              <a:rPr lang="en-US" altLang="en-US" sz="1900" err="1"/>
              <a:t>ngăn</a:t>
            </a:r>
            <a:r>
              <a:rPr lang="en-US" altLang="en-US" sz="1900"/>
              <a:t> </a:t>
            </a:r>
            <a:r>
              <a:rPr lang="en-US" altLang="en-US" sz="1900" err="1"/>
              <a:t>là</a:t>
            </a:r>
            <a:r>
              <a:rPr lang="en-US" altLang="en-US" sz="1900"/>
              <a:t> </a:t>
            </a:r>
            <a:r>
              <a:rPr lang="en-US" altLang="en-US" sz="1900" err="1"/>
              <a:t>đồng</a:t>
            </a:r>
            <a:r>
              <a:rPr lang="en-US" altLang="en-US" sz="1900"/>
              <a:t> </a:t>
            </a:r>
            <a:r>
              <a:rPr lang="en-US" altLang="en-US" sz="1900" err="1"/>
              <a:t>đều</a:t>
            </a:r>
            <a:endParaRPr lang="en-US" altLang="en-US" sz="1900"/>
          </a:p>
          <a:p>
            <a:pPr lvl="2"/>
            <a:r>
              <a:rPr lang="en-US" sz="1900" err="1"/>
              <a:t>Dùng</a:t>
            </a:r>
            <a:r>
              <a:rPr lang="vi-VN" sz="1900"/>
              <a:t> cho các </a:t>
            </a:r>
            <a:r>
              <a:rPr lang="en-US" sz="1900"/>
              <a:t>CTDL </a:t>
            </a:r>
            <a:r>
              <a:rPr lang="vi-VN" sz="1900"/>
              <a:t>tuyến tính có kích thước cố định hoặc ít thay đổi như cấu trúc mảng, danh sách nhỏ</a:t>
            </a:r>
            <a:endParaRPr lang="en-US" altLang="en-US" sz="1900"/>
          </a:p>
          <a:p>
            <a:pPr lvl="1"/>
            <a:r>
              <a:rPr lang="en-US" altLang="en-US" sz="2000" b="1" err="1"/>
              <a:t>Cấu</a:t>
            </a:r>
            <a:r>
              <a:rPr lang="en-US" altLang="en-US" sz="2000" b="1"/>
              <a:t> </a:t>
            </a:r>
            <a:r>
              <a:rPr lang="en-US" altLang="en-US" sz="2000" b="1" err="1"/>
              <a:t>trúc</a:t>
            </a:r>
            <a:r>
              <a:rPr lang="en-US" altLang="en-US" sz="2000" b="1"/>
              <a:t> </a:t>
            </a:r>
            <a:r>
              <a:rPr lang="en-US" altLang="en-US" sz="2000" b="1" err="1"/>
              <a:t>lưu</a:t>
            </a:r>
            <a:r>
              <a:rPr lang="en-US" altLang="en-US" sz="2000" b="1"/>
              <a:t> </a:t>
            </a:r>
            <a:r>
              <a:rPr lang="en-US" altLang="en-US" sz="2000" b="1" err="1"/>
              <a:t>trữ</a:t>
            </a:r>
            <a:r>
              <a:rPr lang="en-US" altLang="en-US" sz="2000" b="1"/>
              <a:t> </a:t>
            </a:r>
            <a:r>
              <a:rPr lang="en-US" altLang="en-US" sz="2000" b="1" err="1"/>
              <a:t>động</a:t>
            </a:r>
            <a:r>
              <a:rPr lang="en-US" altLang="en-US" sz="2000" b="1"/>
              <a:t> (</a:t>
            </a:r>
            <a:r>
              <a:rPr lang="en-US" altLang="en-US" sz="2000" b="1" err="1"/>
              <a:t>cấu</a:t>
            </a:r>
            <a:r>
              <a:rPr lang="en-US" altLang="en-US" sz="2000" b="1"/>
              <a:t> </a:t>
            </a:r>
            <a:r>
              <a:rPr lang="en-US" altLang="en-US" sz="2000" b="1" err="1"/>
              <a:t>trúc</a:t>
            </a:r>
            <a:r>
              <a:rPr lang="en-US" altLang="en-US" sz="2000" b="1"/>
              <a:t> </a:t>
            </a:r>
            <a:r>
              <a:rPr lang="en-US" altLang="en-US" sz="2000" b="1" err="1"/>
              <a:t>liên</a:t>
            </a:r>
            <a:r>
              <a:rPr lang="en-US" altLang="en-US" sz="2000" b="1"/>
              <a:t> </a:t>
            </a:r>
            <a:r>
              <a:rPr lang="en-US" altLang="en-US" sz="2000" b="1" err="1"/>
              <a:t>kết</a:t>
            </a:r>
            <a:r>
              <a:rPr lang="en-US" altLang="en-US" sz="2000" b="1"/>
              <a:t> hay </a:t>
            </a:r>
            <a:r>
              <a:rPr lang="en-US" altLang="en-US" sz="2000" b="1" err="1"/>
              <a:t>móc</a:t>
            </a:r>
            <a:r>
              <a:rPr lang="en-US" altLang="en-US" sz="2000" b="1"/>
              <a:t> </a:t>
            </a:r>
            <a:r>
              <a:rPr lang="en-US" altLang="en-US" sz="2000" b="1" err="1"/>
              <a:t>nối</a:t>
            </a:r>
            <a:r>
              <a:rPr lang="en-US" altLang="en-US" sz="2000" b="1"/>
              <a:t>):</a:t>
            </a:r>
          </a:p>
          <a:p>
            <a:pPr lvl="2">
              <a:spcBef>
                <a:spcPts val="0"/>
              </a:spcBef>
            </a:pPr>
            <a:r>
              <a:rPr lang="en-US" altLang="en-US" sz="1900" err="1"/>
              <a:t>Chiếm</a:t>
            </a:r>
            <a:r>
              <a:rPr lang="en-US" altLang="en-US" sz="1900"/>
              <a:t> </a:t>
            </a:r>
            <a:r>
              <a:rPr lang="en-US" altLang="en-US" sz="1900" err="1"/>
              <a:t>các</a:t>
            </a:r>
            <a:r>
              <a:rPr lang="en-US" altLang="en-US" sz="1900"/>
              <a:t> </a:t>
            </a:r>
            <a:r>
              <a:rPr lang="en-US" altLang="en-US" sz="1900" err="1"/>
              <a:t>ngăn</a:t>
            </a:r>
            <a:r>
              <a:rPr lang="en-US" altLang="en-US" sz="1900"/>
              <a:t> </a:t>
            </a:r>
            <a:r>
              <a:rPr lang="en-US" altLang="en-US" sz="1900" err="1"/>
              <a:t>nhớ</a:t>
            </a:r>
            <a:r>
              <a:rPr lang="en-US" altLang="en-US" sz="1900"/>
              <a:t> </a:t>
            </a:r>
            <a:r>
              <a:rPr lang="en-US" altLang="en-US" sz="1900" err="1"/>
              <a:t>thường</a:t>
            </a:r>
            <a:r>
              <a:rPr lang="en-US" altLang="en-US" sz="1900"/>
              <a:t> </a:t>
            </a:r>
            <a:r>
              <a:rPr lang="en-US" altLang="en-US" sz="1900" err="1"/>
              <a:t>không</a:t>
            </a:r>
            <a:r>
              <a:rPr lang="en-US" altLang="en-US" sz="1900"/>
              <a:t> </a:t>
            </a:r>
            <a:r>
              <a:rPr lang="en-US" altLang="en-US" sz="1900" err="1"/>
              <a:t>liên</a:t>
            </a:r>
            <a:r>
              <a:rPr lang="en-US" altLang="en-US" sz="1900"/>
              <a:t> </a:t>
            </a:r>
            <a:r>
              <a:rPr lang="en-US" altLang="en-US" sz="1900" err="1"/>
              <a:t>tục</a:t>
            </a:r>
            <a:endParaRPr lang="en-US" altLang="en-US" sz="1900"/>
          </a:p>
          <a:p>
            <a:pPr lvl="2">
              <a:spcBef>
                <a:spcPts val="0"/>
              </a:spcBef>
            </a:pPr>
            <a:r>
              <a:rPr lang="en-US" altLang="en-US" sz="1900" err="1"/>
              <a:t>Số</a:t>
            </a:r>
            <a:r>
              <a:rPr lang="en-US" altLang="en-US" sz="1900"/>
              <a:t> </a:t>
            </a:r>
            <a:r>
              <a:rPr lang="en-US" altLang="en-US" sz="1900" err="1"/>
              <a:t>lượng</a:t>
            </a:r>
            <a:r>
              <a:rPr lang="en-US" altLang="en-US" sz="1900"/>
              <a:t> </a:t>
            </a:r>
            <a:r>
              <a:rPr lang="en-US" altLang="en-US" sz="1900" err="1"/>
              <a:t>và</a:t>
            </a:r>
            <a:r>
              <a:rPr lang="en-US" altLang="en-US" sz="1900"/>
              <a:t> </a:t>
            </a:r>
            <a:r>
              <a:rPr lang="en-US" altLang="en-US" sz="1900" err="1"/>
              <a:t>kích</a:t>
            </a:r>
            <a:r>
              <a:rPr lang="en-US" altLang="en-US" sz="1900"/>
              <a:t> </a:t>
            </a:r>
            <a:r>
              <a:rPr lang="en-US" altLang="en-US" sz="1900" err="1"/>
              <a:t>thước</a:t>
            </a:r>
            <a:r>
              <a:rPr lang="en-US" altLang="en-US" sz="1900"/>
              <a:t> </a:t>
            </a:r>
            <a:r>
              <a:rPr lang="en-US" altLang="en-US" sz="1900" err="1"/>
              <a:t>các</a:t>
            </a:r>
            <a:r>
              <a:rPr lang="en-US" altLang="en-US" sz="1900"/>
              <a:t> </a:t>
            </a:r>
            <a:r>
              <a:rPr lang="en-US" altLang="en-US" sz="1900" err="1"/>
              <a:t>ngăn</a:t>
            </a:r>
            <a:r>
              <a:rPr lang="en-US" altLang="en-US" sz="1900"/>
              <a:t> </a:t>
            </a:r>
            <a:r>
              <a:rPr lang="en-US" altLang="en-US" sz="1900" err="1"/>
              <a:t>có</a:t>
            </a:r>
            <a:r>
              <a:rPr lang="en-US" altLang="en-US" sz="1900"/>
              <a:t> </a:t>
            </a:r>
            <a:r>
              <a:rPr lang="en-US" altLang="en-US" sz="1900" err="1"/>
              <a:t>thể</a:t>
            </a:r>
            <a:r>
              <a:rPr lang="en-US" altLang="en-US" sz="1900"/>
              <a:t> </a:t>
            </a:r>
            <a:r>
              <a:rPr lang="en-US" altLang="en-US" sz="1900" err="1"/>
              <a:t>thay</a:t>
            </a:r>
            <a:r>
              <a:rPr lang="en-US" altLang="en-US" sz="1900"/>
              <a:t> </a:t>
            </a:r>
            <a:r>
              <a:rPr lang="en-US" altLang="en-US" sz="1900" err="1"/>
              <a:t>đổi</a:t>
            </a:r>
            <a:r>
              <a:rPr lang="en-US" altLang="en-US" sz="1900"/>
              <a:t> </a:t>
            </a:r>
            <a:r>
              <a:rPr lang="vi-VN" altLang="en-US" sz="1900"/>
              <a:t>trong khi chạy chương trình</a:t>
            </a:r>
            <a:endParaRPr lang="en-US" altLang="en-US" sz="1900"/>
          </a:p>
          <a:p>
            <a:pPr lvl="2">
              <a:spcBef>
                <a:spcPts val="0"/>
              </a:spcBef>
            </a:pPr>
            <a:r>
              <a:rPr lang="en-US" altLang="en-US" sz="1900" err="1"/>
              <a:t>Việc</a:t>
            </a:r>
            <a:r>
              <a:rPr lang="en-US" altLang="en-US" sz="1900"/>
              <a:t> </a:t>
            </a:r>
            <a:r>
              <a:rPr lang="en-US" altLang="en-US" sz="1900" err="1"/>
              <a:t>truy</a:t>
            </a:r>
            <a:r>
              <a:rPr lang="en-US" altLang="en-US" sz="1900"/>
              <a:t> </a:t>
            </a:r>
            <a:r>
              <a:rPr lang="en-US" altLang="en-US" sz="1900" err="1"/>
              <a:t>nhập</a:t>
            </a:r>
            <a:r>
              <a:rPr lang="en-US" altLang="en-US" sz="1900"/>
              <a:t> </a:t>
            </a:r>
            <a:r>
              <a:rPr lang="en-US" altLang="en-US" sz="1900" err="1"/>
              <a:t>trực</a:t>
            </a:r>
            <a:r>
              <a:rPr lang="en-US" altLang="en-US" sz="1900"/>
              <a:t> </a:t>
            </a:r>
            <a:r>
              <a:rPr lang="en-US" altLang="en-US" sz="1900" err="1"/>
              <a:t>tiếp</a:t>
            </a:r>
            <a:r>
              <a:rPr lang="en-US" altLang="en-US" sz="1900"/>
              <a:t> </a:t>
            </a:r>
            <a:r>
              <a:rPr lang="en-US" altLang="en-US" sz="1900" err="1"/>
              <a:t>vào</a:t>
            </a:r>
            <a:r>
              <a:rPr lang="en-US" altLang="en-US" sz="1900"/>
              <a:t> </a:t>
            </a:r>
            <a:r>
              <a:rPr lang="en-US" altLang="en-US" sz="1900" err="1"/>
              <a:t>từng</a:t>
            </a:r>
            <a:r>
              <a:rPr lang="en-US" altLang="en-US" sz="1900"/>
              <a:t> </a:t>
            </a:r>
            <a:r>
              <a:rPr lang="en-US" altLang="en-US" sz="1900" err="1"/>
              <a:t>ngăn</a:t>
            </a:r>
            <a:r>
              <a:rPr lang="en-US" altLang="en-US" sz="1900"/>
              <a:t> </a:t>
            </a:r>
            <a:r>
              <a:rPr lang="en-US" altLang="en-US" sz="1900" err="1"/>
              <a:t>rất</a:t>
            </a:r>
            <a:r>
              <a:rPr lang="en-US" altLang="en-US" sz="1900"/>
              <a:t> </a:t>
            </a:r>
            <a:r>
              <a:rPr lang="en-US" altLang="en-US" sz="1900" err="1"/>
              <a:t>hạn</a:t>
            </a:r>
            <a:r>
              <a:rPr lang="en-US" altLang="en-US" sz="1900"/>
              <a:t> </a:t>
            </a:r>
            <a:r>
              <a:rPr lang="en-US" altLang="en-US" sz="1900" err="1"/>
              <a:t>chế</a:t>
            </a:r>
            <a:r>
              <a:rPr lang="en-US" altLang="en-US" sz="1900"/>
              <a:t>, </a:t>
            </a:r>
            <a:r>
              <a:rPr lang="en-US" altLang="en-US" sz="1900" err="1"/>
              <a:t>mà</a:t>
            </a:r>
            <a:r>
              <a:rPr lang="en-US" altLang="en-US" sz="1900"/>
              <a:t> </a:t>
            </a:r>
            <a:r>
              <a:rPr lang="en-US" altLang="en-US" sz="1900" err="1"/>
              <a:t>thường</a:t>
            </a:r>
            <a:r>
              <a:rPr lang="en-US" altLang="en-US" sz="1900"/>
              <a:t> </a:t>
            </a:r>
            <a:r>
              <a:rPr lang="en-US" altLang="en-US" sz="1900" err="1"/>
              <a:t>sử</a:t>
            </a:r>
            <a:r>
              <a:rPr lang="en-US" altLang="en-US" sz="1900"/>
              <a:t> </a:t>
            </a:r>
            <a:r>
              <a:rPr lang="en-US" altLang="en-US" sz="1900" err="1"/>
              <a:t>dụng</a:t>
            </a:r>
            <a:r>
              <a:rPr lang="en-US" altLang="en-US" sz="1900"/>
              <a:t> </a:t>
            </a:r>
            <a:r>
              <a:rPr lang="en-US" altLang="en-US" sz="1900" err="1"/>
              <a:t>cách</a:t>
            </a:r>
            <a:r>
              <a:rPr lang="en-US" altLang="en-US" sz="1900"/>
              <a:t> </a:t>
            </a:r>
            <a:r>
              <a:rPr lang="en-US" altLang="en-US" sz="1900" err="1"/>
              <a:t>truy</a:t>
            </a:r>
            <a:r>
              <a:rPr lang="en-US" altLang="en-US" sz="1900"/>
              <a:t> </a:t>
            </a:r>
            <a:r>
              <a:rPr lang="en-US" altLang="en-US" sz="1900" err="1"/>
              <a:t>nhập</a:t>
            </a:r>
            <a:r>
              <a:rPr lang="en-US" altLang="en-US" sz="1900"/>
              <a:t> </a:t>
            </a:r>
            <a:r>
              <a:rPr lang="en-US" altLang="en-US" sz="1900" err="1"/>
              <a:t>tuần</a:t>
            </a:r>
            <a:r>
              <a:rPr lang="en-US" altLang="en-US" sz="1900"/>
              <a:t> </a:t>
            </a:r>
            <a:r>
              <a:rPr lang="en-US" altLang="en-US" sz="1900" err="1"/>
              <a:t>tự</a:t>
            </a:r>
            <a:r>
              <a:rPr lang="en-US" altLang="en-US" sz="1900"/>
              <a:t>, </a:t>
            </a:r>
            <a:r>
              <a:rPr lang="en-US" altLang="en-US" sz="1900" err="1"/>
              <a:t>bắt</a:t>
            </a:r>
            <a:r>
              <a:rPr lang="en-US" altLang="en-US" sz="1900"/>
              <a:t> </a:t>
            </a:r>
            <a:r>
              <a:rPr lang="en-US" altLang="en-US" sz="1900" err="1"/>
              <a:t>đầu</a:t>
            </a:r>
            <a:r>
              <a:rPr lang="en-US" altLang="en-US" sz="1900"/>
              <a:t> </a:t>
            </a:r>
            <a:r>
              <a:rPr lang="en-US" altLang="en-US" sz="1900" err="1"/>
              <a:t>từ</a:t>
            </a:r>
            <a:r>
              <a:rPr lang="en-US" altLang="en-US" sz="1900"/>
              <a:t> </a:t>
            </a:r>
            <a:r>
              <a:rPr lang="en-US" altLang="en-US" sz="1900" err="1"/>
              <a:t>một</a:t>
            </a:r>
            <a:r>
              <a:rPr lang="en-US" altLang="en-US" sz="1900"/>
              <a:t> </a:t>
            </a:r>
            <a:r>
              <a:rPr lang="en-US" altLang="en-US" sz="1900" err="1"/>
              <a:t>phần</a:t>
            </a:r>
            <a:r>
              <a:rPr lang="en-US" altLang="en-US" sz="1900"/>
              <a:t> </a:t>
            </a:r>
            <a:r>
              <a:rPr lang="en-US" altLang="en-US" sz="1900" err="1"/>
              <a:t>từ</a:t>
            </a:r>
            <a:r>
              <a:rPr lang="en-US" altLang="en-US" sz="1900"/>
              <a:t> </a:t>
            </a:r>
            <a:r>
              <a:rPr lang="en-US" altLang="en-US" sz="1900" err="1"/>
              <a:t>đầu</a:t>
            </a:r>
            <a:r>
              <a:rPr lang="en-US" altLang="en-US" sz="1900"/>
              <a:t>, </a:t>
            </a:r>
            <a:r>
              <a:rPr lang="en-US" altLang="en-US" sz="1900" err="1"/>
              <a:t>rồi</a:t>
            </a:r>
            <a:r>
              <a:rPr lang="en-US" altLang="en-US" sz="1900"/>
              <a:t> </a:t>
            </a:r>
            <a:r>
              <a:rPr lang="en-US" altLang="en-US" sz="1900" err="1"/>
              <a:t>truy</a:t>
            </a:r>
            <a:r>
              <a:rPr lang="en-US" altLang="en-US" sz="1900"/>
              <a:t> </a:t>
            </a:r>
            <a:r>
              <a:rPr lang="en-US" altLang="en-US" sz="1900" err="1"/>
              <a:t>nhập</a:t>
            </a:r>
            <a:r>
              <a:rPr lang="en-US" altLang="en-US" sz="1900"/>
              <a:t> </a:t>
            </a:r>
            <a:r>
              <a:rPr lang="en-US" altLang="en-US" sz="1900" err="1"/>
              <a:t>lần</a:t>
            </a:r>
            <a:r>
              <a:rPr lang="en-US" altLang="en-US" sz="1900"/>
              <a:t> </a:t>
            </a:r>
            <a:r>
              <a:rPr lang="en-US" altLang="en-US" sz="1900" err="1"/>
              <a:t>lượt</a:t>
            </a:r>
            <a:r>
              <a:rPr lang="en-US" altLang="en-US" sz="1900"/>
              <a:t> qua </a:t>
            </a:r>
            <a:r>
              <a:rPr lang="en-US" altLang="en-US" sz="1900" err="1"/>
              <a:t>các</a:t>
            </a:r>
            <a:r>
              <a:rPr lang="en-US" altLang="en-US" sz="1900"/>
              <a:t> con </a:t>
            </a:r>
            <a:r>
              <a:rPr lang="en-US" altLang="en-US" sz="1900" err="1"/>
              <a:t>trỏ</a:t>
            </a:r>
            <a:r>
              <a:rPr lang="en-US" altLang="en-US" sz="1900"/>
              <a:t> </a:t>
            </a:r>
            <a:r>
              <a:rPr lang="en-US" altLang="en-US" sz="1900" err="1"/>
              <a:t>móc</a:t>
            </a:r>
            <a:r>
              <a:rPr lang="en-US" altLang="en-US" sz="1900"/>
              <a:t> </a:t>
            </a:r>
            <a:r>
              <a:rPr lang="en-US" altLang="en-US" sz="1900" err="1"/>
              <a:t>nối</a:t>
            </a:r>
            <a:r>
              <a:rPr lang="en-US" altLang="en-US" sz="1900"/>
              <a:t> (</a:t>
            </a:r>
            <a:r>
              <a:rPr lang="en-US" altLang="en-US" sz="1900" err="1"/>
              <a:t>liên</a:t>
            </a:r>
            <a:r>
              <a:rPr lang="en-US" altLang="en-US" sz="1900"/>
              <a:t> </a:t>
            </a:r>
            <a:r>
              <a:rPr lang="en-US" altLang="en-US" sz="1900" err="1"/>
              <a:t>kết</a:t>
            </a:r>
            <a:r>
              <a:rPr lang="en-US" altLang="en-US" sz="1900"/>
              <a:t>)</a:t>
            </a:r>
          </a:p>
          <a:p>
            <a:pPr lvl="2">
              <a:spcBef>
                <a:spcPts val="0"/>
              </a:spcBef>
            </a:pPr>
            <a:r>
              <a:rPr lang="en-US" sz="1900" err="1"/>
              <a:t>Dùng</a:t>
            </a:r>
            <a:r>
              <a:rPr lang="vi-VN" sz="1900"/>
              <a:t> cho các cấu trúc dữ liệu phi tuyến, hay cấu trúc dữ liệu tuyến tính nhưng có kích thước luôn thay đổi như cấu trúc danh sách.</a:t>
            </a:r>
            <a:endParaRPr lang="en-US" sz="1900"/>
          </a:p>
          <a:p>
            <a:pPr lvl="1">
              <a:spcBef>
                <a:spcPts val="0"/>
              </a:spcBef>
            </a:pPr>
            <a:endParaRPr lang="en-US" altLang="en-US" sz="1900"/>
          </a:p>
          <a:p>
            <a:pPr lvl="2"/>
            <a:endParaRPr lang="en-US" sz="1700"/>
          </a:p>
        </p:txBody>
      </p:sp>
    </p:spTree>
    <p:extLst>
      <p:ext uri="{BB962C8B-B14F-4D97-AF65-F5344CB8AC3E}">
        <p14:creationId xmlns:p14="http://schemas.microsoft.com/office/powerpoint/2010/main" val="170776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20</a:t>
            </a:fld>
            <a:endParaRPr lang="en-US"/>
          </a:p>
        </p:txBody>
      </p:sp>
      <p:sp>
        <p:nvSpPr>
          <p:cNvPr id="2" name="Title 1"/>
          <p:cNvSpPr>
            <a:spLocks noGrp="1"/>
          </p:cNvSpPr>
          <p:nvPr>
            <p:ph type="title"/>
          </p:nvPr>
        </p:nvSpPr>
        <p:spPr/>
        <p:txBody>
          <a:bodyPr/>
          <a:lstStyle/>
          <a:p>
            <a:r>
              <a:rPr lang="en-US"/>
              <a:t>2.4. </a:t>
            </a:r>
            <a:r>
              <a:rPr lang="en-US" err="1"/>
              <a:t>Mối</a:t>
            </a:r>
            <a:r>
              <a:rPr lang="en-US"/>
              <a:t> </a:t>
            </a:r>
            <a:r>
              <a:rPr lang="en-US" err="1"/>
              <a:t>liên</a:t>
            </a:r>
            <a:r>
              <a:rPr lang="en-US"/>
              <a:t> </a:t>
            </a:r>
            <a:r>
              <a:rPr lang="en-US" err="1"/>
              <a:t>quan</a:t>
            </a:r>
            <a:r>
              <a:rPr lang="en-US"/>
              <a:t> </a:t>
            </a:r>
            <a:r>
              <a:rPr lang="en-US" err="1"/>
              <a:t>giữa</a:t>
            </a:r>
            <a:r>
              <a:rPr lang="en-US"/>
              <a:t> DL </a:t>
            </a:r>
            <a:r>
              <a:rPr lang="en-US" err="1"/>
              <a:t>và</a:t>
            </a:r>
            <a:r>
              <a:rPr lang="en-US"/>
              <a:t> </a:t>
            </a:r>
            <a:r>
              <a:rPr lang="en-US" err="1"/>
              <a:t>giải</a:t>
            </a:r>
            <a:r>
              <a:rPr lang="en-US"/>
              <a:t> </a:t>
            </a:r>
            <a:r>
              <a:rPr lang="en-US" err="1"/>
              <a:t>thuật</a:t>
            </a:r>
            <a:endParaRPr lang="en-US"/>
          </a:p>
        </p:txBody>
      </p:sp>
      <p:sp>
        <p:nvSpPr>
          <p:cNvPr id="3" name="Content Placeholder 2"/>
          <p:cNvSpPr>
            <a:spLocks noGrp="1"/>
          </p:cNvSpPr>
          <p:nvPr>
            <p:ph type="body" sz="quarter" idx="13"/>
          </p:nvPr>
        </p:nvSpPr>
        <p:spPr/>
        <p:txBody>
          <a:bodyPr>
            <a:normAutofit/>
          </a:bodyPr>
          <a:lstStyle/>
          <a:p>
            <a:r>
              <a:rPr lang="en-US" sz="2400" err="1"/>
              <a:t>Mối</a:t>
            </a:r>
            <a:r>
              <a:rPr lang="en-US" sz="2400"/>
              <a:t> </a:t>
            </a:r>
            <a:r>
              <a:rPr lang="en-US" sz="2400" err="1"/>
              <a:t>quan</a:t>
            </a:r>
            <a:r>
              <a:rPr lang="en-US" sz="2400"/>
              <a:t> </a:t>
            </a:r>
            <a:r>
              <a:rPr lang="en-US" sz="2400" err="1"/>
              <a:t>hệ</a:t>
            </a:r>
            <a:r>
              <a:rPr lang="en-US" sz="2400"/>
              <a:t> </a:t>
            </a:r>
            <a:r>
              <a:rPr lang="en-US" sz="2400" err="1"/>
              <a:t>khăng</a:t>
            </a:r>
            <a:r>
              <a:rPr lang="en-US" sz="2400"/>
              <a:t> </a:t>
            </a:r>
            <a:r>
              <a:rPr lang="en-US" sz="2400" err="1"/>
              <a:t>khít</a:t>
            </a:r>
            <a:endParaRPr lang="en-US" sz="2400"/>
          </a:p>
          <a:p>
            <a:pPr lvl="1"/>
            <a:r>
              <a:rPr lang="en-US" sz="2000"/>
              <a:t>G</a:t>
            </a:r>
            <a:r>
              <a:rPr lang="vi-VN" sz="2000"/>
              <a:t>iải thuật</a:t>
            </a:r>
            <a:r>
              <a:rPr lang="en-US" sz="2000"/>
              <a:t> </a:t>
            </a:r>
            <a:r>
              <a:rPr lang="vi-VN" sz="2000"/>
              <a:t>đặc tả các thao tác được thực hiện trên một </a:t>
            </a:r>
            <a:r>
              <a:rPr lang="en-US" sz="2000" err="1"/>
              <a:t>loại</a:t>
            </a:r>
            <a:r>
              <a:rPr lang="en-US" sz="2000"/>
              <a:t> </a:t>
            </a:r>
            <a:r>
              <a:rPr lang="vi-VN" sz="2000"/>
              <a:t>CTDL</a:t>
            </a:r>
            <a:r>
              <a:rPr lang="en-US" sz="2000"/>
              <a:t> </a:t>
            </a:r>
            <a:r>
              <a:rPr lang="en-US" sz="2000" err="1"/>
              <a:t>nhất</a:t>
            </a:r>
            <a:r>
              <a:rPr lang="en-US" sz="2000"/>
              <a:t> </a:t>
            </a:r>
            <a:r>
              <a:rPr lang="en-US" sz="2000" err="1"/>
              <a:t>định</a:t>
            </a:r>
            <a:r>
              <a:rPr lang="en-US" sz="2000"/>
              <a:t> …</a:t>
            </a:r>
            <a:r>
              <a:rPr lang="vi-VN" sz="2000"/>
              <a:t> CTDL thay đổi, thì giải thuật cũng phải có những thay đổi cho phù hợp. </a:t>
            </a:r>
            <a:endParaRPr lang="en-US" sz="2000"/>
          </a:p>
          <a:p>
            <a:pPr lvl="1"/>
            <a:r>
              <a:rPr lang="en-US" sz="2000"/>
              <a:t>M</a:t>
            </a:r>
            <a:r>
              <a:rPr lang="vi-VN" sz="2000"/>
              <a:t>ột giải thuật thường chỉ thích hợp với một hay một số CTDL. Không có giải thuật nào thích hợp cho tất cả các loại CTDL. </a:t>
            </a:r>
            <a:endParaRPr lang="en-US" sz="2000"/>
          </a:p>
          <a:p>
            <a:pPr lvl="1"/>
            <a:r>
              <a:rPr lang="en-US" sz="2000" err="1"/>
              <a:t>Sử</a:t>
            </a:r>
            <a:r>
              <a:rPr lang="en-US" sz="2000"/>
              <a:t> </a:t>
            </a:r>
            <a:r>
              <a:rPr lang="en-US" sz="2000" err="1"/>
              <a:t>dụng</a:t>
            </a:r>
            <a:r>
              <a:rPr lang="en-US" sz="2000"/>
              <a:t> </a:t>
            </a:r>
            <a:r>
              <a:rPr lang="vi-VN" sz="2000"/>
              <a:t>CTDL luôn gắn liền với các giải thuật</a:t>
            </a:r>
            <a:r>
              <a:rPr lang="en-US" sz="2000"/>
              <a:t> </a:t>
            </a:r>
            <a:r>
              <a:rPr lang="en-US" sz="2000" err="1"/>
              <a:t>trên</a:t>
            </a:r>
            <a:r>
              <a:rPr lang="en-US" sz="2000"/>
              <a:t> CTDL </a:t>
            </a:r>
            <a:r>
              <a:rPr lang="en-US" sz="2000" err="1"/>
              <a:t>đó</a:t>
            </a:r>
            <a:r>
              <a:rPr lang="vi-VN" sz="2000"/>
              <a:t>. </a:t>
            </a:r>
            <a:endParaRPr lang="en-US" sz="2000"/>
          </a:p>
        </p:txBody>
      </p:sp>
    </p:spTree>
    <p:extLst>
      <p:ext uri="{BB962C8B-B14F-4D97-AF65-F5344CB8AC3E}">
        <p14:creationId xmlns:p14="http://schemas.microsoft.com/office/powerpoint/2010/main" val="3820847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21</a:t>
            </a:fld>
            <a:endParaRPr lang="en-US"/>
          </a:p>
        </p:txBody>
      </p:sp>
      <p:sp>
        <p:nvSpPr>
          <p:cNvPr id="2" name="Title 1"/>
          <p:cNvSpPr>
            <a:spLocks noGrp="1"/>
          </p:cNvSpPr>
          <p:nvPr>
            <p:ph type="title"/>
          </p:nvPr>
        </p:nvSpPr>
        <p:spPr/>
        <p:txBody>
          <a:bodyPr/>
          <a:lstStyle/>
          <a:p>
            <a:r>
              <a:rPr lang="en-US" altLang="en-US"/>
              <a:t>3. </a:t>
            </a:r>
            <a:r>
              <a:rPr lang="en-US" altLang="en-US" err="1"/>
              <a:t>Ngôn</a:t>
            </a:r>
            <a:r>
              <a:rPr lang="en-US" altLang="en-US"/>
              <a:t> </a:t>
            </a:r>
            <a:r>
              <a:rPr lang="en-US" altLang="en-US" err="1"/>
              <a:t>ngữ</a:t>
            </a:r>
            <a:r>
              <a:rPr lang="en-US" altLang="en-US"/>
              <a:t> </a:t>
            </a:r>
            <a:r>
              <a:rPr lang="en-US" altLang="en-US" err="1"/>
              <a:t>diễn</a:t>
            </a:r>
            <a:r>
              <a:rPr lang="en-US" altLang="en-US"/>
              <a:t> </a:t>
            </a:r>
            <a:r>
              <a:rPr lang="en-US" altLang="en-US" err="1"/>
              <a:t>đạt</a:t>
            </a:r>
            <a:r>
              <a:rPr lang="en-US" altLang="en-US"/>
              <a:t> </a:t>
            </a:r>
            <a:r>
              <a:rPr lang="en-US" altLang="en-US" err="1"/>
              <a:t>giải</a:t>
            </a:r>
            <a:r>
              <a:rPr lang="en-US" altLang="en-US"/>
              <a:t> </a:t>
            </a:r>
            <a:r>
              <a:rPr lang="en-US" altLang="en-US" err="1"/>
              <a:t>thuật</a:t>
            </a:r>
            <a:endParaRPr lang="en-US"/>
          </a:p>
        </p:txBody>
      </p:sp>
      <p:sp>
        <p:nvSpPr>
          <p:cNvPr id="3" name="Content Placeholder 2"/>
          <p:cNvSpPr>
            <a:spLocks noGrp="1"/>
          </p:cNvSpPr>
          <p:nvPr>
            <p:ph type="body" sz="quarter" idx="13"/>
          </p:nvPr>
        </p:nvSpPr>
        <p:spPr/>
        <p:txBody>
          <a:bodyPr>
            <a:normAutofit/>
          </a:bodyPr>
          <a:lstStyle/>
          <a:p>
            <a:r>
              <a:rPr lang="en-US" sz="2400"/>
              <a:t>3.1. </a:t>
            </a:r>
            <a:r>
              <a:rPr lang="en-US" sz="2400" err="1"/>
              <a:t>Nguyên</a:t>
            </a:r>
            <a:r>
              <a:rPr lang="en-US" sz="2400"/>
              <a:t> </a:t>
            </a:r>
            <a:r>
              <a:rPr lang="en-US" sz="2400" err="1"/>
              <a:t>tắc</a:t>
            </a:r>
            <a:r>
              <a:rPr lang="en-US" sz="2400"/>
              <a:t> </a:t>
            </a:r>
            <a:r>
              <a:rPr lang="en-US" sz="2400" err="1"/>
              <a:t>khi</a:t>
            </a:r>
            <a:r>
              <a:rPr lang="en-US" sz="2400"/>
              <a:t> </a:t>
            </a:r>
            <a:r>
              <a:rPr lang="en-US" sz="2400" err="1"/>
              <a:t>sử</a:t>
            </a:r>
            <a:r>
              <a:rPr lang="en-US" sz="2400"/>
              <a:t> </a:t>
            </a:r>
            <a:r>
              <a:rPr lang="en-US" sz="2400" err="1"/>
              <a:t>dụng</a:t>
            </a:r>
            <a:r>
              <a:rPr lang="en-US" sz="2400"/>
              <a:t> </a:t>
            </a:r>
            <a:r>
              <a:rPr lang="en-US" sz="2400" err="1"/>
              <a:t>ngôn</a:t>
            </a:r>
            <a:r>
              <a:rPr lang="en-US" sz="2400"/>
              <a:t> </a:t>
            </a:r>
            <a:r>
              <a:rPr lang="en-US" sz="2400" err="1"/>
              <a:t>ngữ</a:t>
            </a:r>
            <a:r>
              <a:rPr lang="en-US" sz="2400"/>
              <a:t> </a:t>
            </a:r>
          </a:p>
          <a:p>
            <a:r>
              <a:rPr lang="en-US" sz="2400"/>
              <a:t>3.2. </a:t>
            </a:r>
            <a:r>
              <a:rPr lang="en-US" sz="2400" err="1"/>
              <a:t>Các</a:t>
            </a:r>
            <a:r>
              <a:rPr lang="en-US" sz="2400"/>
              <a:t> </a:t>
            </a:r>
            <a:r>
              <a:rPr lang="en-US" sz="2400" err="1"/>
              <a:t>loại</a:t>
            </a:r>
            <a:r>
              <a:rPr lang="en-US" sz="2400"/>
              <a:t> </a:t>
            </a:r>
            <a:r>
              <a:rPr lang="en-US" sz="2400" err="1"/>
              <a:t>ngôn</a:t>
            </a:r>
            <a:r>
              <a:rPr lang="en-US" sz="2400"/>
              <a:t> </a:t>
            </a:r>
            <a:r>
              <a:rPr lang="en-US" sz="2400" err="1"/>
              <a:t>ngữ</a:t>
            </a:r>
            <a:r>
              <a:rPr lang="en-US" sz="2400"/>
              <a:t> </a:t>
            </a:r>
            <a:r>
              <a:rPr lang="en-US" sz="2400" err="1"/>
              <a:t>diễn</a:t>
            </a:r>
            <a:r>
              <a:rPr lang="en-US" sz="2400"/>
              <a:t> </a:t>
            </a:r>
            <a:r>
              <a:rPr lang="en-US" sz="2400" err="1"/>
              <a:t>đạt</a:t>
            </a:r>
            <a:r>
              <a:rPr lang="en-US" sz="2400"/>
              <a:t> </a:t>
            </a:r>
            <a:r>
              <a:rPr lang="en-US" sz="2400" err="1"/>
              <a:t>giải</a:t>
            </a:r>
            <a:r>
              <a:rPr lang="en-US" sz="2400"/>
              <a:t> </a:t>
            </a:r>
            <a:r>
              <a:rPr lang="en-US" sz="2400" err="1"/>
              <a:t>thuật</a:t>
            </a:r>
            <a:r>
              <a:rPr lang="en-US" sz="2400"/>
              <a:t> </a:t>
            </a:r>
            <a:endParaRPr lang="en-US" sz="2400" i="1"/>
          </a:p>
        </p:txBody>
      </p:sp>
    </p:spTree>
    <p:extLst>
      <p:ext uri="{BB962C8B-B14F-4D97-AF65-F5344CB8AC3E}">
        <p14:creationId xmlns:p14="http://schemas.microsoft.com/office/powerpoint/2010/main" val="1817449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22</a:t>
            </a:fld>
            <a:endParaRPr lang="en-US"/>
          </a:p>
        </p:txBody>
      </p:sp>
      <p:sp>
        <p:nvSpPr>
          <p:cNvPr id="2" name="Title 1"/>
          <p:cNvSpPr>
            <a:spLocks noGrp="1"/>
          </p:cNvSpPr>
          <p:nvPr>
            <p:ph type="title"/>
          </p:nvPr>
        </p:nvSpPr>
        <p:spPr/>
        <p:txBody>
          <a:bodyPr/>
          <a:lstStyle/>
          <a:p>
            <a:r>
              <a:rPr lang="en-US" altLang="en-US"/>
              <a:t>3.1. </a:t>
            </a:r>
            <a:r>
              <a:rPr lang="en-US" altLang="en-US" err="1"/>
              <a:t>Nguyên</a:t>
            </a:r>
            <a:r>
              <a:rPr lang="en-US" altLang="en-US"/>
              <a:t> </a:t>
            </a:r>
            <a:r>
              <a:rPr lang="en-US" altLang="en-US" err="1"/>
              <a:t>tắc</a:t>
            </a:r>
            <a:r>
              <a:rPr lang="en-US" altLang="en-US"/>
              <a:t> </a:t>
            </a:r>
            <a:r>
              <a:rPr lang="en-US" altLang="en-US" err="1"/>
              <a:t>khi</a:t>
            </a:r>
            <a:r>
              <a:rPr lang="en-US" altLang="en-US"/>
              <a:t> </a:t>
            </a:r>
            <a:r>
              <a:rPr lang="en-US" altLang="en-US" err="1"/>
              <a:t>sử</a:t>
            </a:r>
            <a:r>
              <a:rPr lang="en-US" altLang="en-US"/>
              <a:t> </a:t>
            </a:r>
            <a:r>
              <a:rPr lang="en-US" altLang="en-US" err="1"/>
              <a:t>dụng</a:t>
            </a:r>
            <a:r>
              <a:rPr lang="en-US" altLang="en-US"/>
              <a:t> </a:t>
            </a:r>
            <a:r>
              <a:rPr lang="en-US" altLang="en-US" err="1"/>
              <a:t>ngôn</a:t>
            </a:r>
            <a:r>
              <a:rPr lang="en-US" altLang="en-US"/>
              <a:t> </a:t>
            </a:r>
            <a:r>
              <a:rPr lang="en-US" altLang="en-US" err="1"/>
              <a:t>ngữ</a:t>
            </a:r>
            <a:endParaRPr lang="en-US" altLang="en-US"/>
          </a:p>
        </p:txBody>
      </p:sp>
      <p:sp>
        <p:nvSpPr>
          <p:cNvPr id="3" name="Content Placeholder 2"/>
          <p:cNvSpPr>
            <a:spLocks noGrp="1"/>
          </p:cNvSpPr>
          <p:nvPr>
            <p:ph type="body" sz="quarter" idx="13"/>
          </p:nvPr>
        </p:nvSpPr>
        <p:spPr/>
        <p:txBody>
          <a:bodyPr/>
          <a:lstStyle/>
          <a:p>
            <a:pPr marL="0" lvl="0" indent="0" algn="ctr">
              <a:lnSpc>
                <a:spcPct val="90000"/>
              </a:lnSpc>
              <a:buClr>
                <a:srgbClr val="727CA3"/>
              </a:buClr>
              <a:buNone/>
            </a:pPr>
            <a:r>
              <a:rPr lang="en-US" altLang="en-US" sz="2100" b="1" err="1"/>
              <a:t>Ngôn</a:t>
            </a:r>
            <a:r>
              <a:rPr lang="en-US" altLang="en-US" sz="2100" b="1"/>
              <a:t> </a:t>
            </a:r>
            <a:r>
              <a:rPr lang="en-US" altLang="en-US" sz="2100" b="1" err="1"/>
              <a:t>ngữ</a:t>
            </a:r>
            <a:r>
              <a:rPr lang="en-US" altLang="en-US" sz="2100" b="1"/>
              <a:t> </a:t>
            </a:r>
            <a:r>
              <a:rPr lang="en-US" altLang="en-US" sz="2100" b="1" err="1"/>
              <a:t>diễn</a:t>
            </a:r>
            <a:r>
              <a:rPr lang="en-US" altLang="en-US" sz="2100" b="1"/>
              <a:t> </a:t>
            </a:r>
            <a:r>
              <a:rPr lang="en-US" altLang="en-US" sz="2100" b="1" err="1"/>
              <a:t>đạt</a:t>
            </a:r>
            <a:r>
              <a:rPr lang="en-US" altLang="en-US" sz="2100" b="1"/>
              <a:t> = </a:t>
            </a:r>
            <a:r>
              <a:rPr lang="en-US" altLang="en-US" sz="2100" b="1" err="1"/>
              <a:t>cách</a:t>
            </a:r>
            <a:r>
              <a:rPr lang="en-US" altLang="en-US" sz="2100" b="1"/>
              <a:t> </a:t>
            </a:r>
            <a:r>
              <a:rPr lang="en-US" altLang="en-US" sz="2100" b="1" err="1"/>
              <a:t>thể</a:t>
            </a:r>
            <a:r>
              <a:rPr lang="en-US" altLang="en-US" sz="2100" b="1"/>
              <a:t> </a:t>
            </a:r>
            <a:r>
              <a:rPr lang="en-US" altLang="en-US" sz="2100" b="1" err="1"/>
              <a:t>hiện</a:t>
            </a:r>
            <a:r>
              <a:rPr lang="en-US" altLang="en-US" sz="2100" b="1"/>
              <a:t> </a:t>
            </a:r>
            <a:r>
              <a:rPr lang="en-US" altLang="en-US" sz="2100" b="1" err="1"/>
              <a:t>giải</a:t>
            </a:r>
            <a:r>
              <a:rPr lang="en-US" altLang="en-US" sz="2100" b="1"/>
              <a:t> </a:t>
            </a:r>
            <a:r>
              <a:rPr lang="en-US" altLang="en-US" sz="2100" b="1" err="1"/>
              <a:t>thuật</a:t>
            </a:r>
            <a:endParaRPr lang="en-US" altLang="en-US" sz="2100" b="1"/>
          </a:p>
          <a:p>
            <a:pPr lvl="0">
              <a:lnSpc>
                <a:spcPct val="90000"/>
              </a:lnSpc>
              <a:buClr>
                <a:srgbClr val="727CA3"/>
              </a:buClr>
            </a:pPr>
            <a:endParaRPr lang="en-US" altLang="en-US" sz="2100" b="1"/>
          </a:p>
          <a:p>
            <a:pPr lvl="0">
              <a:lnSpc>
                <a:spcPct val="90000"/>
              </a:lnSpc>
              <a:buClr>
                <a:srgbClr val="727CA3"/>
              </a:buClr>
            </a:pPr>
            <a:r>
              <a:rPr lang="en-US" altLang="en-US" sz="2100" b="1" err="1"/>
              <a:t>Tính</a:t>
            </a:r>
            <a:r>
              <a:rPr lang="en-US" altLang="en-US" sz="2100" b="1"/>
              <a:t> </a:t>
            </a:r>
            <a:r>
              <a:rPr lang="en-US" altLang="en-US" sz="2100" b="1" err="1"/>
              <a:t>độc</a:t>
            </a:r>
            <a:r>
              <a:rPr lang="en-US" altLang="en-US" sz="2100" b="1"/>
              <a:t> </a:t>
            </a:r>
            <a:r>
              <a:rPr lang="en-US" altLang="en-US" sz="2100" b="1" err="1"/>
              <a:t>lập</a:t>
            </a:r>
            <a:r>
              <a:rPr lang="en-US" altLang="en-US" sz="2100" b="1"/>
              <a:t> </a:t>
            </a:r>
            <a:r>
              <a:rPr lang="en-US" altLang="en-US" sz="2100" b="1" err="1"/>
              <a:t>của</a:t>
            </a:r>
            <a:r>
              <a:rPr lang="en-US" altLang="en-US" sz="2100" b="1"/>
              <a:t> </a:t>
            </a:r>
            <a:r>
              <a:rPr lang="en-US" altLang="en-US" sz="2100" b="1" err="1"/>
              <a:t>giải</a:t>
            </a:r>
            <a:r>
              <a:rPr lang="en-US" altLang="en-US" sz="2100" b="1"/>
              <a:t> </a:t>
            </a:r>
            <a:r>
              <a:rPr lang="en-US" altLang="en-US" sz="2100" b="1" err="1"/>
              <a:t>thuật</a:t>
            </a:r>
            <a:r>
              <a:rPr lang="en-US" altLang="en-US" sz="2100"/>
              <a:t>: </a:t>
            </a:r>
          </a:p>
          <a:p>
            <a:pPr lvl="1">
              <a:lnSpc>
                <a:spcPct val="90000"/>
              </a:lnSpc>
              <a:buClr>
                <a:srgbClr val="727CA3"/>
              </a:buClr>
            </a:pPr>
            <a:r>
              <a:rPr lang="en-US" altLang="en-US" sz="2100" err="1"/>
              <a:t>Ngôn</a:t>
            </a:r>
            <a:r>
              <a:rPr lang="en-US" altLang="en-US" sz="2100"/>
              <a:t> </a:t>
            </a:r>
            <a:r>
              <a:rPr lang="en-US" altLang="en-US" sz="2100" err="1"/>
              <a:t>ngữ</a:t>
            </a:r>
            <a:r>
              <a:rPr lang="en-US" altLang="en-US" sz="2100"/>
              <a:t> </a:t>
            </a:r>
            <a:r>
              <a:rPr lang="en-US" altLang="en-US" sz="2100" err="1"/>
              <a:t>được</a:t>
            </a:r>
            <a:r>
              <a:rPr lang="en-US" altLang="en-US" sz="2100"/>
              <a:t> </a:t>
            </a:r>
            <a:r>
              <a:rPr lang="en-US" altLang="en-US" sz="2100" err="1"/>
              <a:t>chọn</a:t>
            </a:r>
            <a:r>
              <a:rPr lang="en-US" altLang="en-US" sz="2100"/>
              <a:t> </a:t>
            </a:r>
            <a:r>
              <a:rPr lang="en-US" altLang="en-US" sz="2100" err="1"/>
              <a:t>phải</a:t>
            </a:r>
            <a:r>
              <a:rPr lang="en-US" altLang="en-US" sz="2100"/>
              <a:t> </a:t>
            </a:r>
            <a:r>
              <a:rPr lang="en-US" altLang="en-US" sz="2100" err="1"/>
              <a:t>làm</a:t>
            </a:r>
            <a:r>
              <a:rPr lang="en-US" altLang="en-US" sz="2100"/>
              <a:t> </a:t>
            </a:r>
            <a:r>
              <a:rPr lang="en-US" altLang="en-US" sz="2100" err="1"/>
              <a:t>sáng</a:t>
            </a:r>
            <a:r>
              <a:rPr lang="en-US" altLang="en-US" sz="2100"/>
              <a:t> </a:t>
            </a:r>
            <a:r>
              <a:rPr lang="en-US" altLang="en-US" sz="2100" err="1"/>
              <a:t>tỏ</a:t>
            </a:r>
            <a:r>
              <a:rPr lang="en-US" altLang="en-US" sz="2100"/>
              <a:t> </a:t>
            </a:r>
            <a:r>
              <a:rPr lang="en-US" altLang="en-US" sz="2100" err="1"/>
              <a:t>tinh</a:t>
            </a:r>
            <a:r>
              <a:rPr lang="en-US" altLang="en-US" sz="2100"/>
              <a:t> </a:t>
            </a:r>
            <a:r>
              <a:rPr lang="en-US" altLang="en-US" sz="2100" err="1"/>
              <a:t>thần</a:t>
            </a:r>
            <a:r>
              <a:rPr lang="en-US" altLang="en-US" sz="2100"/>
              <a:t> </a:t>
            </a:r>
            <a:r>
              <a:rPr lang="en-US" altLang="en-US" sz="2100" err="1"/>
              <a:t>của</a:t>
            </a:r>
            <a:r>
              <a:rPr lang="en-US" altLang="en-US" sz="2100"/>
              <a:t> </a:t>
            </a:r>
            <a:r>
              <a:rPr lang="en-US" altLang="en-US" sz="2100" err="1"/>
              <a:t>giải</a:t>
            </a:r>
            <a:r>
              <a:rPr lang="en-US" altLang="en-US" sz="2100"/>
              <a:t> </a:t>
            </a:r>
            <a:r>
              <a:rPr lang="en-US" altLang="en-US" sz="2100" err="1"/>
              <a:t>thuật</a:t>
            </a:r>
            <a:r>
              <a:rPr lang="en-US" altLang="en-US" sz="2100"/>
              <a:t>, </a:t>
            </a:r>
            <a:r>
              <a:rPr lang="en-US" altLang="en-US" sz="2100" err="1"/>
              <a:t>giúp</a:t>
            </a:r>
            <a:r>
              <a:rPr lang="en-US" altLang="en-US" sz="2100"/>
              <a:t> </a:t>
            </a:r>
            <a:r>
              <a:rPr lang="en-US" altLang="en-US" sz="2100" err="1"/>
              <a:t>người</a:t>
            </a:r>
            <a:r>
              <a:rPr lang="en-US" altLang="en-US" sz="2100"/>
              <a:t> </a:t>
            </a:r>
            <a:r>
              <a:rPr lang="en-US" altLang="en-US" sz="2100" err="1"/>
              <a:t>đọc</a:t>
            </a:r>
            <a:r>
              <a:rPr lang="en-US" altLang="en-US" sz="2100"/>
              <a:t> </a:t>
            </a:r>
            <a:r>
              <a:rPr lang="en-US" altLang="en-US" sz="2100" err="1"/>
              <a:t>dễ</a:t>
            </a:r>
            <a:r>
              <a:rPr lang="en-US" altLang="en-US" sz="2100"/>
              <a:t> </a:t>
            </a:r>
            <a:r>
              <a:rPr lang="en-US" altLang="en-US" sz="2100" err="1"/>
              <a:t>dàng</a:t>
            </a:r>
            <a:r>
              <a:rPr lang="en-US" altLang="en-US" sz="2100"/>
              <a:t> </a:t>
            </a:r>
            <a:r>
              <a:rPr lang="en-US" altLang="en-US" sz="2100" err="1"/>
              <a:t>hiểu</a:t>
            </a:r>
            <a:r>
              <a:rPr lang="en-US" altLang="en-US" sz="2100"/>
              <a:t> </a:t>
            </a:r>
            <a:r>
              <a:rPr lang="en-US" altLang="en-US" sz="2100" err="1"/>
              <a:t>được</a:t>
            </a:r>
            <a:r>
              <a:rPr lang="en-US" altLang="en-US" sz="2100"/>
              <a:t> logic </a:t>
            </a:r>
            <a:r>
              <a:rPr lang="en-US" altLang="en-US" sz="2100" err="1"/>
              <a:t>của</a:t>
            </a:r>
            <a:r>
              <a:rPr lang="en-US" altLang="en-US" sz="2100"/>
              <a:t> </a:t>
            </a:r>
            <a:r>
              <a:rPr lang="en-US" altLang="en-US" sz="2100" err="1"/>
              <a:t>giải</a:t>
            </a:r>
            <a:r>
              <a:rPr lang="en-US" altLang="en-US" sz="2100"/>
              <a:t> </a:t>
            </a:r>
            <a:r>
              <a:rPr lang="en-US" altLang="en-US" sz="2100" err="1"/>
              <a:t>thuật</a:t>
            </a:r>
            <a:r>
              <a:rPr lang="en-US" altLang="en-US" sz="2100"/>
              <a:t>. </a:t>
            </a:r>
          </a:p>
          <a:p>
            <a:pPr lvl="1">
              <a:lnSpc>
                <a:spcPct val="90000"/>
              </a:lnSpc>
              <a:buClr>
                <a:srgbClr val="727CA3"/>
              </a:buClr>
            </a:pPr>
            <a:r>
              <a:rPr lang="en-US" altLang="en-US" sz="2100"/>
              <a:t>VD: </a:t>
            </a:r>
            <a:r>
              <a:rPr lang="en-US" altLang="en-US" sz="2100" err="1"/>
              <a:t>ngôn</a:t>
            </a:r>
            <a:r>
              <a:rPr lang="en-US" altLang="en-US" sz="2100"/>
              <a:t> </a:t>
            </a:r>
            <a:r>
              <a:rPr lang="en-US" altLang="en-US" sz="2100" err="1"/>
              <a:t>ngữ</a:t>
            </a:r>
            <a:r>
              <a:rPr lang="en-US" altLang="en-US" sz="2100"/>
              <a:t> </a:t>
            </a:r>
            <a:r>
              <a:rPr lang="en-US" altLang="en-US" sz="2100" err="1"/>
              <a:t>tự</a:t>
            </a:r>
            <a:r>
              <a:rPr lang="en-US" altLang="en-US" sz="2100"/>
              <a:t> </a:t>
            </a:r>
            <a:r>
              <a:rPr lang="en-US" altLang="en-US" sz="2100" err="1"/>
              <a:t>nhiên</a:t>
            </a:r>
            <a:r>
              <a:rPr lang="en-US" altLang="en-US" sz="2100"/>
              <a:t> </a:t>
            </a:r>
            <a:r>
              <a:rPr lang="en-US" altLang="en-US" sz="2100" err="1"/>
              <a:t>và</a:t>
            </a:r>
            <a:r>
              <a:rPr lang="en-US" altLang="en-US" sz="2100"/>
              <a:t> </a:t>
            </a:r>
            <a:r>
              <a:rPr lang="en-US" altLang="en-US" sz="2100" err="1"/>
              <a:t>ngôn</a:t>
            </a:r>
            <a:r>
              <a:rPr lang="en-US" altLang="en-US" sz="2100"/>
              <a:t> </a:t>
            </a:r>
            <a:r>
              <a:rPr lang="en-US" altLang="en-US" sz="2100" err="1"/>
              <a:t>ngữ</a:t>
            </a:r>
            <a:r>
              <a:rPr lang="en-US" altLang="en-US" sz="2100"/>
              <a:t> </a:t>
            </a:r>
            <a:r>
              <a:rPr lang="en-US" altLang="en-US" sz="2100" err="1"/>
              <a:t>hình</a:t>
            </a:r>
            <a:r>
              <a:rPr lang="en-US" altLang="en-US" sz="2100"/>
              <a:t> </a:t>
            </a:r>
            <a:r>
              <a:rPr lang="en-US" altLang="en-US" sz="2100" err="1"/>
              <a:t>thức</a:t>
            </a:r>
            <a:r>
              <a:rPr lang="en-US" altLang="en-US" sz="2100"/>
              <a:t> (</a:t>
            </a:r>
            <a:r>
              <a:rPr lang="en-US" altLang="en-US" sz="2100" err="1"/>
              <a:t>như</a:t>
            </a:r>
            <a:r>
              <a:rPr lang="en-US" altLang="en-US" sz="2100"/>
              <a:t> </a:t>
            </a:r>
            <a:r>
              <a:rPr lang="en-US" altLang="en-US" sz="2100" err="1"/>
              <a:t>các</a:t>
            </a:r>
            <a:r>
              <a:rPr lang="en-US" altLang="en-US" sz="2100"/>
              <a:t> </a:t>
            </a:r>
            <a:r>
              <a:rPr lang="en-US" altLang="en-US" sz="2100" err="1"/>
              <a:t>lưu</a:t>
            </a:r>
            <a:r>
              <a:rPr lang="en-US" altLang="en-US" sz="2100"/>
              <a:t> </a:t>
            </a:r>
            <a:r>
              <a:rPr lang="en-US" altLang="en-US" sz="2100" err="1"/>
              <a:t>đồ</a:t>
            </a:r>
            <a:r>
              <a:rPr lang="en-US" altLang="en-US" sz="2100"/>
              <a:t> </a:t>
            </a:r>
            <a:r>
              <a:rPr lang="en-US" altLang="en-US" sz="2100" err="1"/>
              <a:t>thuật</a:t>
            </a:r>
            <a:r>
              <a:rPr lang="en-US" altLang="en-US" sz="2100"/>
              <a:t> </a:t>
            </a:r>
            <a:r>
              <a:rPr lang="en-US" altLang="en-US" sz="2100" err="1"/>
              <a:t>toán</a:t>
            </a:r>
            <a:r>
              <a:rPr lang="en-US" altLang="en-US" sz="2100"/>
              <a:t>, </a:t>
            </a:r>
            <a:r>
              <a:rPr lang="en-US" altLang="en-US" sz="2100" err="1"/>
              <a:t>các</a:t>
            </a:r>
            <a:r>
              <a:rPr lang="en-US" altLang="en-US" sz="2100"/>
              <a:t> </a:t>
            </a:r>
            <a:r>
              <a:rPr lang="en-US" altLang="en-US" sz="2100" err="1"/>
              <a:t>ký</a:t>
            </a:r>
            <a:r>
              <a:rPr lang="en-US" altLang="en-US" sz="2100"/>
              <a:t> </a:t>
            </a:r>
            <a:r>
              <a:rPr lang="en-US" altLang="en-US" sz="2100" err="1"/>
              <a:t>hiệu</a:t>
            </a:r>
            <a:r>
              <a:rPr lang="en-US" altLang="en-US" sz="2100"/>
              <a:t> </a:t>
            </a:r>
            <a:r>
              <a:rPr lang="en-US" altLang="en-US" sz="2100" err="1"/>
              <a:t>toán</a:t>
            </a:r>
            <a:r>
              <a:rPr lang="en-US" altLang="en-US" sz="2100"/>
              <a:t> </a:t>
            </a:r>
            <a:r>
              <a:rPr lang="en-US" altLang="en-US" sz="2100" err="1"/>
              <a:t>học</a:t>
            </a:r>
            <a:r>
              <a:rPr lang="en-US" altLang="en-US" sz="2100"/>
              <a:t>).</a:t>
            </a:r>
          </a:p>
          <a:p>
            <a:pPr lvl="0">
              <a:lnSpc>
                <a:spcPct val="90000"/>
              </a:lnSpc>
              <a:buClr>
                <a:srgbClr val="727CA3"/>
              </a:buClr>
            </a:pPr>
            <a:r>
              <a:rPr lang="en-US" altLang="en-US" sz="2100" b="1" err="1"/>
              <a:t>Tính</a:t>
            </a:r>
            <a:r>
              <a:rPr lang="en-US" altLang="en-US" sz="2100" b="1"/>
              <a:t> </a:t>
            </a:r>
            <a:r>
              <a:rPr lang="en-US" altLang="en-US" sz="2100" b="1" err="1"/>
              <a:t>có</a:t>
            </a:r>
            <a:r>
              <a:rPr lang="en-US" altLang="en-US" sz="2100" b="1"/>
              <a:t> </a:t>
            </a:r>
            <a:r>
              <a:rPr lang="en-US" altLang="en-US" sz="2100" b="1" err="1"/>
              <a:t>thể</a:t>
            </a:r>
            <a:r>
              <a:rPr lang="en-US" altLang="en-US" sz="2100" b="1"/>
              <a:t> </a:t>
            </a:r>
            <a:r>
              <a:rPr lang="en-US" altLang="en-US" sz="2100" b="1" err="1"/>
              <a:t>cài</a:t>
            </a:r>
            <a:r>
              <a:rPr lang="en-US" altLang="en-US" sz="2100" b="1"/>
              <a:t> </a:t>
            </a:r>
            <a:r>
              <a:rPr lang="en-US" altLang="en-US" sz="2100" b="1" err="1"/>
              <a:t>đặt</a:t>
            </a:r>
            <a:r>
              <a:rPr lang="en-US" altLang="en-US" sz="2100" b="1"/>
              <a:t> </a:t>
            </a:r>
            <a:r>
              <a:rPr lang="en-US" altLang="en-US" sz="2100" b="1" err="1"/>
              <a:t>được</a:t>
            </a:r>
            <a:r>
              <a:rPr lang="en-US" altLang="en-US" sz="2100" b="1"/>
              <a:t> </a:t>
            </a:r>
            <a:r>
              <a:rPr lang="en-US" altLang="en-US" sz="2100" b="1" err="1"/>
              <a:t>của</a:t>
            </a:r>
            <a:r>
              <a:rPr lang="en-US" altLang="en-US" sz="2100" b="1"/>
              <a:t> </a:t>
            </a:r>
            <a:r>
              <a:rPr lang="en-US" altLang="en-US" sz="2100" b="1" err="1"/>
              <a:t>giải</a:t>
            </a:r>
            <a:r>
              <a:rPr lang="en-US" altLang="en-US" sz="2100" b="1"/>
              <a:t> </a:t>
            </a:r>
            <a:r>
              <a:rPr lang="en-US" altLang="en-US" sz="2100" b="1" err="1"/>
              <a:t>thuật</a:t>
            </a:r>
            <a:r>
              <a:rPr lang="en-US" altLang="en-US" sz="2100"/>
              <a:t>:</a:t>
            </a:r>
          </a:p>
          <a:p>
            <a:pPr lvl="1">
              <a:lnSpc>
                <a:spcPct val="90000"/>
              </a:lnSpc>
              <a:buClr>
                <a:srgbClr val="727CA3"/>
              </a:buClr>
            </a:pPr>
            <a:r>
              <a:rPr lang="en-US" altLang="en-US" sz="2100" err="1"/>
              <a:t>Ngôn</a:t>
            </a:r>
            <a:r>
              <a:rPr lang="en-US" altLang="en-US" sz="2100"/>
              <a:t> </a:t>
            </a:r>
            <a:r>
              <a:rPr lang="en-US" altLang="en-US" sz="2100" err="1"/>
              <a:t>ngữ</a:t>
            </a:r>
            <a:r>
              <a:rPr lang="en-US" altLang="en-US" sz="2100"/>
              <a:t> </a:t>
            </a:r>
            <a:r>
              <a:rPr lang="en-US" altLang="en-US" sz="2100" err="1"/>
              <a:t>được</a:t>
            </a:r>
            <a:r>
              <a:rPr lang="en-US" altLang="en-US" sz="2100"/>
              <a:t> </a:t>
            </a:r>
            <a:r>
              <a:rPr lang="en-US" altLang="en-US" sz="2100" err="1"/>
              <a:t>chọn</a:t>
            </a:r>
            <a:r>
              <a:rPr lang="en-US" altLang="en-US" sz="2100"/>
              <a:t> </a:t>
            </a:r>
            <a:r>
              <a:rPr lang="en-US" altLang="en-US" sz="2100" err="1"/>
              <a:t>phải</a:t>
            </a:r>
            <a:r>
              <a:rPr lang="en-US" altLang="en-US" sz="2100"/>
              <a:t> </a:t>
            </a:r>
            <a:r>
              <a:rPr lang="en-US" altLang="en-US" sz="2100" err="1"/>
              <a:t>thể</a:t>
            </a:r>
            <a:r>
              <a:rPr lang="en-US" altLang="en-US" sz="2100"/>
              <a:t> </a:t>
            </a:r>
            <a:r>
              <a:rPr lang="en-US" altLang="en-US" sz="2100" err="1"/>
              <a:t>hiện</a:t>
            </a:r>
            <a:r>
              <a:rPr lang="en-US" altLang="en-US" sz="2100"/>
              <a:t> </a:t>
            </a:r>
            <a:r>
              <a:rPr lang="en-US" altLang="en-US" sz="2100" err="1"/>
              <a:t>được</a:t>
            </a:r>
            <a:r>
              <a:rPr lang="en-US" altLang="en-US" sz="2100"/>
              <a:t> </a:t>
            </a:r>
            <a:r>
              <a:rPr lang="en-US" altLang="en-US" sz="2100" err="1"/>
              <a:t>khả</a:t>
            </a:r>
            <a:r>
              <a:rPr lang="en-US" altLang="en-US" sz="2100"/>
              <a:t> </a:t>
            </a:r>
            <a:r>
              <a:rPr lang="en-US" altLang="en-US" sz="2100" err="1"/>
              <a:t>năng</a:t>
            </a:r>
            <a:r>
              <a:rPr lang="en-US" altLang="en-US" sz="2100"/>
              <a:t> </a:t>
            </a:r>
            <a:r>
              <a:rPr lang="en-US" altLang="en-US" sz="2100" err="1"/>
              <a:t>có</a:t>
            </a:r>
            <a:r>
              <a:rPr lang="en-US" altLang="en-US" sz="2100"/>
              <a:t> </a:t>
            </a:r>
            <a:r>
              <a:rPr lang="en-US" altLang="en-US" sz="2100" err="1"/>
              <a:t>thể</a:t>
            </a:r>
            <a:r>
              <a:rPr lang="en-US" altLang="en-US" sz="2100"/>
              <a:t> </a:t>
            </a:r>
            <a:r>
              <a:rPr lang="en-US" altLang="en-US" sz="2100" err="1"/>
              <a:t>lập</a:t>
            </a:r>
            <a:r>
              <a:rPr lang="en-US" altLang="en-US" sz="2100"/>
              <a:t> </a:t>
            </a:r>
            <a:r>
              <a:rPr lang="en-US" altLang="en-US" sz="2100" err="1"/>
              <a:t>trình</a:t>
            </a:r>
            <a:r>
              <a:rPr lang="en-US" altLang="en-US" sz="2100"/>
              <a:t> </a:t>
            </a:r>
            <a:r>
              <a:rPr lang="en-US" altLang="en-US" sz="2100" err="1"/>
              <a:t>được</a:t>
            </a:r>
            <a:r>
              <a:rPr lang="en-US" altLang="en-US" sz="2100"/>
              <a:t> </a:t>
            </a:r>
            <a:r>
              <a:rPr lang="en-US" altLang="en-US" sz="2100" err="1"/>
              <a:t>của</a:t>
            </a:r>
            <a:r>
              <a:rPr lang="en-US" altLang="en-US" sz="2100"/>
              <a:t> </a:t>
            </a:r>
            <a:r>
              <a:rPr lang="en-US" altLang="en-US" sz="2100" err="1"/>
              <a:t>giải</a:t>
            </a:r>
            <a:r>
              <a:rPr lang="en-US" altLang="en-US" sz="2100"/>
              <a:t> </a:t>
            </a:r>
            <a:r>
              <a:rPr lang="en-US" altLang="en-US" sz="2100" err="1"/>
              <a:t>thuật</a:t>
            </a:r>
            <a:r>
              <a:rPr lang="en-US" altLang="en-US" sz="2100"/>
              <a:t>, </a:t>
            </a:r>
            <a:r>
              <a:rPr lang="en-US" altLang="en-US" sz="2100" err="1"/>
              <a:t>và</a:t>
            </a:r>
            <a:r>
              <a:rPr lang="en-US" altLang="en-US" sz="2100"/>
              <a:t> </a:t>
            </a:r>
            <a:r>
              <a:rPr lang="en-US" altLang="en-US" sz="2100" err="1"/>
              <a:t>giúp</a:t>
            </a:r>
            <a:r>
              <a:rPr lang="en-US" altLang="en-US" sz="2100"/>
              <a:t> </a:t>
            </a:r>
            <a:r>
              <a:rPr lang="en-US" altLang="en-US" sz="2100" err="1"/>
              <a:t>người</a:t>
            </a:r>
            <a:r>
              <a:rPr lang="en-US" altLang="en-US" sz="2100"/>
              <a:t> </a:t>
            </a:r>
            <a:r>
              <a:rPr lang="en-US" altLang="en-US" sz="2100" err="1"/>
              <a:t>đọc</a:t>
            </a:r>
            <a:r>
              <a:rPr lang="en-US" altLang="en-US" sz="2100"/>
              <a:t> </a:t>
            </a:r>
            <a:r>
              <a:rPr lang="en-US" altLang="en-US" sz="2100" err="1"/>
              <a:t>dễ</a:t>
            </a:r>
            <a:r>
              <a:rPr lang="en-US" altLang="en-US" sz="2100"/>
              <a:t> </a:t>
            </a:r>
            <a:r>
              <a:rPr lang="en-US" altLang="en-US" sz="2100" err="1"/>
              <a:t>dàng</a:t>
            </a:r>
            <a:r>
              <a:rPr lang="en-US" altLang="en-US" sz="2100"/>
              <a:t> </a:t>
            </a:r>
            <a:r>
              <a:rPr lang="en-US" altLang="en-US" sz="2100" err="1"/>
              <a:t>chuyển</a:t>
            </a:r>
            <a:r>
              <a:rPr lang="en-US" altLang="en-US" sz="2100"/>
              <a:t> </a:t>
            </a:r>
            <a:r>
              <a:rPr lang="en-US" altLang="en-US" sz="2100" err="1"/>
              <a:t>từ</a:t>
            </a:r>
            <a:r>
              <a:rPr lang="en-US" altLang="en-US" sz="2100"/>
              <a:t> </a:t>
            </a:r>
            <a:r>
              <a:rPr lang="en-US" altLang="en-US" sz="2100" err="1"/>
              <a:t>mô</a:t>
            </a:r>
            <a:r>
              <a:rPr lang="en-US" altLang="en-US" sz="2100"/>
              <a:t> </a:t>
            </a:r>
            <a:r>
              <a:rPr lang="en-US" altLang="en-US" sz="2100" err="1"/>
              <a:t>tả</a:t>
            </a:r>
            <a:r>
              <a:rPr lang="en-US" altLang="en-US" sz="2100"/>
              <a:t> </a:t>
            </a:r>
            <a:r>
              <a:rPr lang="en-US" altLang="en-US" sz="2100" err="1"/>
              <a:t>giải</a:t>
            </a:r>
            <a:r>
              <a:rPr lang="en-US" altLang="en-US" sz="2100"/>
              <a:t> </a:t>
            </a:r>
            <a:r>
              <a:rPr lang="en-US" altLang="en-US" sz="2100" err="1"/>
              <a:t>thuật</a:t>
            </a:r>
            <a:r>
              <a:rPr lang="en-US" altLang="en-US" sz="2100"/>
              <a:t> </a:t>
            </a:r>
            <a:r>
              <a:rPr lang="en-US" altLang="en-US" sz="2100" err="1"/>
              <a:t>thành</a:t>
            </a:r>
            <a:r>
              <a:rPr lang="en-US" altLang="en-US" sz="2100"/>
              <a:t> </a:t>
            </a:r>
            <a:r>
              <a:rPr lang="en-US" altLang="en-US" sz="2100" err="1"/>
              <a:t>chương</a:t>
            </a:r>
            <a:r>
              <a:rPr lang="en-US" altLang="en-US" sz="2100"/>
              <a:t> </a:t>
            </a:r>
            <a:r>
              <a:rPr lang="en-US" altLang="en-US" sz="2100" err="1"/>
              <a:t>trình</a:t>
            </a:r>
            <a:endParaRPr lang="en-US" altLang="en-US" sz="2100"/>
          </a:p>
          <a:p>
            <a:pPr lvl="1">
              <a:lnSpc>
                <a:spcPct val="90000"/>
              </a:lnSpc>
              <a:buClr>
                <a:srgbClr val="727CA3"/>
              </a:buClr>
            </a:pPr>
            <a:r>
              <a:rPr lang="en-US" altLang="en-US" sz="2100">
                <a:sym typeface="Wingdings" panose="05000000000000000000" pitchFamily="2" charset="2"/>
              </a:rPr>
              <a:t>VD:</a:t>
            </a:r>
            <a:r>
              <a:rPr lang="en-US" altLang="en-US" sz="2100"/>
              <a:t> </a:t>
            </a:r>
            <a:r>
              <a:rPr lang="en-US" altLang="en-US" sz="2100" err="1"/>
              <a:t>ngôn</a:t>
            </a:r>
            <a:r>
              <a:rPr lang="en-US" altLang="en-US" sz="2100"/>
              <a:t> </a:t>
            </a:r>
            <a:r>
              <a:rPr lang="en-US" altLang="en-US" sz="2100" err="1"/>
              <a:t>ngữ</a:t>
            </a:r>
            <a:r>
              <a:rPr lang="en-US" altLang="en-US" sz="2100"/>
              <a:t> </a:t>
            </a:r>
            <a:r>
              <a:rPr lang="en-US" altLang="en-US" sz="2100" err="1"/>
              <a:t>lập</a:t>
            </a:r>
            <a:r>
              <a:rPr lang="en-US" altLang="en-US" sz="2100"/>
              <a:t> </a:t>
            </a:r>
            <a:r>
              <a:rPr lang="en-US" altLang="en-US" sz="2100" err="1"/>
              <a:t>trình</a:t>
            </a:r>
            <a:endParaRPr lang="en-US" altLang="en-US" sz="2100"/>
          </a:p>
          <a:p>
            <a:endParaRPr lang="en-US"/>
          </a:p>
        </p:txBody>
      </p:sp>
      <p:sp>
        <p:nvSpPr>
          <p:cNvPr id="6" name="TextBox 5"/>
          <p:cNvSpPr txBox="1"/>
          <p:nvPr/>
        </p:nvSpPr>
        <p:spPr>
          <a:xfrm>
            <a:off x="4415547" y="5307941"/>
            <a:ext cx="312906" cy="646331"/>
          </a:xfrm>
          <a:prstGeom prst="rect">
            <a:avLst/>
          </a:prstGeom>
          <a:noFill/>
        </p:spPr>
        <p:txBody>
          <a:bodyPr wrap="none" rtlCol="0">
            <a:spAutoFit/>
          </a:bodyPr>
          <a:lstStyle/>
          <a:p>
            <a:r>
              <a:rPr lang="en-US" sz="3600"/>
              <a:t>!</a:t>
            </a:r>
            <a:endParaRPr lang="en-US"/>
          </a:p>
        </p:txBody>
      </p:sp>
    </p:spTree>
    <p:extLst>
      <p:ext uri="{BB962C8B-B14F-4D97-AF65-F5344CB8AC3E}">
        <p14:creationId xmlns:p14="http://schemas.microsoft.com/office/powerpoint/2010/main" val="3136851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23</a:t>
            </a:fld>
            <a:endParaRPr lang="en-US"/>
          </a:p>
        </p:txBody>
      </p:sp>
      <p:sp>
        <p:nvSpPr>
          <p:cNvPr id="2" name="Title 1"/>
          <p:cNvSpPr>
            <a:spLocks noGrp="1"/>
          </p:cNvSpPr>
          <p:nvPr>
            <p:ph type="title"/>
          </p:nvPr>
        </p:nvSpPr>
        <p:spPr/>
        <p:txBody>
          <a:bodyPr/>
          <a:lstStyle/>
          <a:p>
            <a:r>
              <a:rPr lang="en-US" altLang="en-US"/>
              <a:t>3.2. </a:t>
            </a:r>
            <a:r>
              <a:rPr lang="en-US" altLang="en-US" err="1"/>
              <a:t>Các</a:t>
            </a:r>
            <a:r>
              <a:rPr lang="en-US" altLang="en-US"/>
              <a:t> </a:t>
            </a:r>
            <a:r>
              <a:rPr lang="en-US" altLang="en-US" err="1"/>
              <a:t>loại</a:t>
            </a:r>
            <a:r>
              <a:rPr lang="en-US" altLang="en-US"/>
              <a:t> </a:t>
            </a:r>
            <a:r>
              <a:rPr lang="en-US" altLang="en-US" err="1"/>
              <a:t>ngôn</a:t>
            </a:r>
            <a:r>
              <a:rPr lang="en-US" altLang="en-US"/>
              <a:t> </a:t>
            </a:r>
            <a:r>
              <a:rPr lang="en-US" altLang="en-US" err="1"/>
              <a:t>ngữ</a:t>
            </a:r>
            <a:r>
              <a:rPr lang="en-US" altLang="en-US"/>
              <a:t> </a:t>
            </a:r>
            <a:r>
              <a:rPr lang="en-US" altLang="en-US" err="1"/>
              <a:t>diễn</a:t>
            </a:r>
            <a:r>
              <a:rPr lang="en-US" altLang="en-US"/>
              <a:t> </a:t>
            </a:r>
            <a:r>
              <a:rPr lang="en-US" altLang="en-US" err="1"/>
              <a:t>đạt</a:t>
            </a:r>
            <a:r>
              <a:rPr lang="en-US" altLang="en-US"/>
              <a:t> </a:t>
            </a:r>
            <a:r>
              <a:rPr lang="en-US" altLang="en-US" err="1"/>
              <a:t>giải</a:t>
            </a:r>
            <a:r>
              <a:rPr lang="en-US" altLang="en-US"/>
              <a:t> </a:t>
            </a:r>
            <a:r>
              <a:rPr lang="en-US" altLang="en-US" err="1"/>
              <a:t>thuật</a:t>
            </a:r>
            <a:endParaRPr lang="en-US"/>
          </a:p>
        </p:txBody>
      </p:sp>
      <p:sp>
        <p:nvSpPr>
          <p:cNvPr id="3" name="Content Placeholder 2"/>
          <p:cNvSpPr>
            <a:spLocks noGrp="1"/>
          </p:cNvSpPr>
          <p:nvPr>
            <p:ph type="body" sz="quarter" idx="13"/>
          </p:nvPr>
        </p:nvSpPr>
        <p:spPr/>
        <p:txBody>
          <a:bodyPr/>
          <a:lstStyle/>
          <a:p>
            <a:pPr eaLnBrk="1" hangingPunct="1"/>
            <a:r>
              <a:rPr lang="en-US" altLang="en-US" sz="2400" err="1"/>
              <a:t>Ngôn</a:t>
            </a:r>
            <a:r>
              <a:rPr lang="en-US" altLang="en-US" sz="2400"/>
              <a:t> </a:t>
            </a:r>
            <a:r>
              <a:rPr lang="en-US" altLang="en-US" sz="2400" err="1"/>
              <a:t>ngữ</a:t>
            </a:r>
            <a:r>
              <a:rPr lang="en-US" altLang="en-US" sz="2400"/>
              <a:t> </a:t>
            </a:r>
            <a:r>
              <a:rPr lang="en-US" altLang="en-US" sz="2400" err="1"/>
              <a:t>tự</a:t>
            </a:r>
            <a:r>
              <a:rPr lang="en-US" altLang="en-US" sz="2400"/>
              <a:t> </a:t>
            </a:r>
            <a:r>
              <a:rPr lang="en-US" altLang="en-US" sz="2400" err="1"/>
              <a:t>nhiên</a:t>
            </a:r>
            <a:endParaRPr lang="en-US" altLang="en-US" sz="2400"/>
          </a:p>
          <a:p>
            <a:pPr lvl="1"/>
            <a:r>
              <a:rPr lang="en-US" altLang="en-US" sz="2000"/>
              <a:t>+ : </a:t>
            </a:r>
            <a:r>
              <a:rPr lang="en-US" altLang="en-US" sz="2000" err="1"/>
              <a:t>dễ</a:t>
            </a:r>
            <a:r>
              <a:rPr lang="en-US" altLang="en-US" sz="2000"/>
              <a:t> </a:t>
            </a:r>
            <a:r>
              <a:rPr lang="en-US" altLang="en-US" sz="2000" err="1"/>
              <a:t>đọc</a:t>
            </a:r>
            <a:r>
              <a:rPr lang="en-US" altLang="en-US" sz="2000"/>
              <a:t>, </a:t>
            </a:r>
            <a:r>
              <a:rPr lang="en-US" altLang="en-US" sz="2000" err="1"/>
              <a:t>dễ</a:t>
            </a:r>
            <a:r>
              <a:rPr lang="en-US" altLang="en-US" sz="2000"/>
              <a:t> </a:t>
            </a:r>
            <a:r>
              <a:rPr lang="en-US" altLang="en-US" sz="2000" err="1"/>
              <a:t>viết</a:t>
            </a:r>
            <a:r>
              <a:rPr lang="en-US" altLang="en-US" sz="2000"/>
              <a:t>, </a:t>
            </a:r>
            <a:r>
              <a:rPr lang="en-US" altLang="en-US" sz="2000" err="1"/>
              <a:t>dễ</a:t>
            </a:r>
            <a:r>
              <a:rPr lang="en-US" altLang="en-US" sz="2000"/>
              <a:t> </a:t>
            </a:r>
            <a:r>
              <a:rPr lang="en-US" altLang="en-US" sz="2000" err="1"/>
              <a:t>hiểu</a:t>
            </a:r>
            <a:r>
              <a:rPr lang="en-US" altLang="en-US" sz="2000"/>
              <a:t>, </a:t>
            </a:r>
            <a:r>
              <a:rPr lang="en-US" altLang="en-US" sz="2000" err="1"/>
              <a:t>khả</a:t>
            </a:r>
            <a:r>
              <a:rPr lang="en-US" altLang="en-US" sz="2000"/>
              <a:t> </a:t>
            </a:r>
            <a:r>
              <a:rPr lang="en-US" altLang="en-US" sz="2000" err="1"/>
              <a:t>năng</a:t>
            </a:r>
            <a:r>
              <a:rPr lang="en-US" altLang="en-US" sz="2000"/>
              <a:t> </a:t>
            </a:r>
            <a:r>
              <a:rPr lang="en-US" altLang="en-US" sz="2000" err="1"/>
              <a:t>biểu</a:t>
            </a:r>
            <a:r>
              <a:rPr lang="en-US" altLang="en-US" sz="2000"/>
              <a:t> </a:t>
            </a:r>
            <a:r>
              <a:rPr lang="en-US" altLang="en-US" sz="2000" err="1"/>
              <a:t>diễn</a:t>
            </a:r>
            <a:r>
              <a:rPr lang="en-US" altLang="en-US" sz="2000"/>
              <a:t> </a:t>
            </a:r>
            <a:r>
              <a:rPr lang="en-US" altLang="en-US" sz="2000" err="1"/>
              <a:t>không</a:t>
            </a:r>
            <a:r>
              <a:rPr lang="en-US" altLang="en-US" sz="2000"/>
              <a:t> </a:t>
            </a:r>
            <a:r>
              <a:rPr lang="en-US" altLang="en-US" sz="2000" err="1"/>
              <a:t>hạn</a:t>
            </a:r>
            <a:r>
              <a:rPr lang="en-US" altLang="en-US" sz="2000"/>
              <a:t> </a:t>
            </a:r>
            <a:r>
              <a:rPr lang="en-US" altLang="en-US" sz="2000" err="1"/>
              <a:t>chế</a:t>
            </a:r>
            <a:r>
              <a:rPr lang="en-US" altLang="en-US" sz="2000"/>
              <a:t>.</a:t>
            </a:r>
          </a:p>
          <a:p>
            <a:pPr lvl="1"/>
            <a:r>
              <a:rPr lang="en-US" altLang="en-US" sz="2000"/>
              <a:t>- : </a:t>
            </a:r>
            <a:r>
              <a:rPr lang="en-US" altLang="en-US" sz="2000" err="1"/>
              <a:t>dài</a:t>
            </a:r>
            <a:r>
              <a:rPr lang="en-US" altLang="en-US" sz="2000"/>
              <a:t> </a:t>
            </a:r>
            <a:r>
              <a:rPr lang="en-US" altLang="en-US" sz="2000" err="1"/>
              <a:t>dòng</a:t>
            </a:r>
            <a:r>
              <a:rPr lang="en-US" altLang="en-US" sz="2000"/>
              <a:t>, </a:t>
            </a:r>
            <a:r>
              <a:rPr lang="en-US" altLang="en-US" sz="2000" err="1"/>
              <a:t>không</a:t>
            </a:r>
            <a:r>
              <a:rPr lang="en-US" altLang="en-US" sz="2000"/>
              <a:t> </a:t>
            </a:r>
            <a:r>
              <a:rPr lang="en-US" altLang="en-US" sz="2000" err="1"/>
              <a:t>đủ</a:t>
            </a:r>
            <a:r>
              <a:rPr lang="en-US" altLang="en-US" sz="2000"/>
              <a:t> </a:t>
            </a:r>
            <a:r>
              <a:rPr lang="en-US" altLang="en-US" sz="2000" err="1"/>
              <a:t>rõ</a:t>
            </a:r>
            <a:r>
              <a:rPr lang="en-US" altLang="en-US" sz="2000"/>
              <a:t> </a:t>
            </a:r>
            <a:r>
              <a:rPr lang="en-US" altLang="en-US" sz="2000" err="1"/>
              <a:t>ràng</a:t>
            </a:r>
            <a:r>
              <a:rPr lang="en-US" altLang="en-US" sz="2000"/>
              <a:t> </a:t>
            </a:r>
            <a:r>
              <a:rPr lang="en-US" altLang="en-US" sz="2000" err="1"/>
              <a:t>để</a:t>
            </a:r>
            <a:r>
              <a:rPr lang="en-US" altLang="en-US" sz="2000"/>
              <a:t> </a:t>
            </a:r>
            <a:r>
              <a:rPr lang="en-US" altLang="en-US" sz="2000" err="1"/>
              <a:t>cài</a:t>
            </a:r>
            <a:r>
              <a:rPr lang="en-US" altLang="en-US" sz="2000"/>
              <a:t> </a:t>
            </a:r>
            <a:r>
              <a:rPr lang="en-US" altLang="en-US" sz="2000" err="1"/>
              <a:t>đặt</a:t>
            </a:r>
            <a:r>
              <a:rPr lang="en-US" altLang="en-US" sz="2000"/>
              <a:t> </a:t>
            </a:r>
            <a:r>
              <a:rPr lang="en-US" altLang="en-US" sz="2000" err="1"/>
              <a:t>được</a:t>
            </a:r>
            <a:r>
              <a:rPr lang="en-US" altLang="en-US" sz="2000"/>
              <a:t> </a:t>
            </a:r>
            <a:r>
              <a:rPr lang="en-US" altLang="en-US" sz="2000" err="1"/>
              <a:t>giải</a:t>
            </a:r>
            <a:r>
              <a:rPr lang="en-US" altLang="en-US" sz="2000"/>
              <a:t> </a:t>
            </a:r>
            <a:r>
              <a:rPr lang="en-US" altLang="en-US" sz="2000" err="1"/>
              <a:t>thuật</a:t>
            </a:r>
            <a:r>
              <a:rPr lang="en-US" altLang="en-US" sz="2000"/>
              <a:t>. </a:t>
            </a:r>
          </a:p>
          <a:p>
            <a:pPr eaLnBrk="1" hangingPunct="1"/>
            <a:r>
              <a:rPr lang="en-US" altLang="en-US" sz="2400" err="1"/>
              <a:t>Lưu</a:t>
            </a:r>
            <a:r>
              <a:rPr lang="en-US" altLang="en-US" sz="2400"/>
              <a:t> </a:t>
            </a:r>
            <a:r>
              <a:rPr lang="en-US" altLang="en-US" sz="2400" err="1"/>
              <a:t>đồ</a:t>
            </a:r>
            <a:r>
              <a:rPr lang="en-US" altLang="en-US" sz="2400"/>
              <a:t> </a:t>
            </a:r>
            <a:r>
              <a:rPr lang="en-US" altLang="en-US" sz="2400" err="1"/>
              <a:t>giải</a:t>
            </a:r>
            <a:r>
              <a:rPr lang="en-US" altLang="en-US" sz="2400"/>
              <a:t> </a:t>
            </a:r>
            <a:r>
              <a:rPr lang="en-US" altLang="en-US" sz="2400" err="1"/>
              <a:t>thuật</a:t>
            </a:r>
            <a:r>
              <a:rPr lang="en-US" altLang="en-US" sz="2400"/>
              <a:t>: </a:t>
            </a:r>
            <a:r>
              <a:rPr lang="en-US" altLang="en-US" sz="2000" err="1"/>
              <a:t>Sử</a:t>
            </a:r>
            <a:r>
              <a:rPr lang="en-US" altLang="en-US" sz="2000"/>
              <a:t> </a:t>
            </a:r>
            <a:r>
              <a:rPr lang="en-US" altLang="en-US" sz="2000" err="1"/>
              <a:t>dụng</a:t>
            </a:r>
            <a:r>
              <a:rPr lang="en-US" altLang="en-US" sz="2000"/>
              <a:t> </a:t>
            </a:r>
            <a:r>
              <a:rPr lang="en-US" altLang="en-US" sz="2000" err="1"/>
              <a:t>các</a:t>
            </a:r>
            <a:r>
              <a:rPr lang="en-US" altLang="en-US" sz="2000"/>
              <a:t> </a:t>
            </a:r>
            <a:r>
              <a:rPr lang="en-US" altLang="en-US" sz="2000" err="1"/>
              <a:t>hình</a:t>
            </a:r>
            <a:r>
              <a:rPr lang="en-US" altLang="en-US" sz="2000"/>
              <a:t> </a:t>
            </a:r>
            <a:r>
              <a:rPr lang="en-US" altLang="en-US" sz="2000" err="1"/>
              <a:t>vẽ</a:t>
            </a:r>
            <a:r>
              <a:rPr lang="en-US" altLang="en-US" sz="2000"/>
              <a:t>, </a:t>
            </a:r>
            <a:r>
              <a:rPr lang="en-US" altLang="en-US" sz="2000" err="1"/>
              <a:t>biểu</a:t>
            </a:r>
            <a:r>
              <a:rPr lang="en-US" altLang="en-US" sz="2000"/>
              <a:t> </a:t>
            </a:r>
            <a:r>
              <a:rPr lang="en-US" altLang="en-US" sz="2000" err="1"/>
              <a:t>tượng</a:t>
            </a:r>
            <a:r>
              <a:rPr lang="en-US" altLang="en-US" sz="2000"/>
              <a:t> </a:t>
            </a:r>
            <a:r>
              <a:rPr lang="en-US" altLang="en-US" sz="2000" err="1"/>
              <a:t>để</a:t>
            </a:r>
            <a:r>
              <a:rPr lang="en-US" altLang="en-US" sz="2000"/>
              <a:t> </a:t>
            </a:r>
            <a:r>
              <a:rPr lang="en-US" altLang="en-US" sz="2000" err="1"/>
              <a:t>biểu</a:t>
            </a:r>
            <a:r>
              <a:rPr lang="en-US" altLang="en-US" sz="2000"/>
              <a:t> </a:t>
            </a:r>
            <a:r>
              <a:rPr lang="en-US" altLang="en-US" sz="2000" err="1"/>
              <a:t>diễn</a:t>
            </a:r>
            <a:r>
              <a:rPr lang="en-US" altLang="en-US" sz="2000"/>
              <a:t> </a:t>
            </a:r>
            <a:r>
              <a:rPr lang="en-US" altLang="en-US" sz="2000" err="1"/>
              <a:t>cho</a:t>
            </a:r>
            <a:r>
              <a:rPr lang="en-US" altLang="en-US" sz="2000"/>
              <a:t> </a:t>
            </a:r>
            <a:r>
              <a:rPr lang="en-US" altLang="en-US" sz="2000" err="1"/>
              <a:t>các</a:t>
            </a:r>
            <a:r>
              <a:rPr lang="en-US" altLang="en-US" sz="2000"/>
              <a:t> </a:t>
            </a:r>
            <a:r>
              <a:rPr lang="en-US" altLang="en-US" sz="2000" err="1"/>
              <a:t>thao</a:t>
            </a:r>
            <a:r>
              <a:rPr lang="en-US" altLang="en-US" sz="2000"/>
              <a:t> </a:t>
            </a:r>
            <a:r>
              <a:rPr lang="en-US" altLang="en-US" sz="2000" err="1"/>
              <a:t>tác</a:t>
            </a:r>
            <a:r>
              <a:rPr lang="en-US" altLang="en-US" sz="2000"/>
              <a:t> </a:t>
            </a:r>
            <a:r>
              <a:rPr lang="en-US" altLang="en-US" sz="2000" err="1"/>
              <a:t>của</a:t>
            </a:r>
            <a:r>
              <a:rPr lang="en-US" altLang="en-US" sz="2000"/>
              <a:t> </a:t>
            </a:r>
            <a:r>
              <a:rPr lang="en-US" altLang="en-US" sz="2000" err="1"/>
              <a:t>giải</a:t>
            </a:r>
            <a:r>
              <a:rPr lang="en-US" altLang="en-US" sz="2000"/>
              <a:t>  </a:t>
            </a:r>
            <a:r>
              <a:rPr lang="en-US" altLang="en-US" sz="2000" err="1"/>
              <a:t>thuật</a:t>
            </a:r>
            <a:r>
              <a:rPr lang="en-US" altLang="en-US" sz="2000"/>
              <a:t> </a:t>
            </a:r>
          </a:p>
          <a:p>
            <a:pPr lvl="1"/>
            <a:r>
              <a:rPr lang="en-US" altLang="en-US" sz="2000"/>
              <a:t>+ : </a:t>
            </a:r>
            <a:r>
              <a:rPr lang="en-US" altLang="en-US" sz="2000" err="1"/>
              <a:t>rõ</a:t>
            </a:r>
            <a:r>
              <a:rPr lang="en-US" altLang="en-US" sz="2000"/>
              <a:t> </a:t>
            </a:r>
            <a:r>
              <a:rPr lang="en-US" altLang="en-US" sz="2000" err="1"/>
              <a:t>ràng</a:t>
            </a:r>
            <a:r>
              <a:rPr lang="en-US" altLang="en-US" sz="2000"/>
              <a:t> </a:t>
            </a:r>
            <a:r>
              <a:rPr lang="en-US" altLang="en-US" sz="2000" err="1"/>
              <a:t>các</a:t>
            </a:r>
            <a:r>
              <a:rPr lang="en-US" altLang="en-US" sz="2000"/>
              <a:t> </a:t>
            </a:r>
            <a:r>
              <a:rPr lang="en-US" altLang="en-US" sz="2000" err="1"/>
              <a:t>bước</a:t>
            </a:r>
            <a:r>
              <a:rPr lang="en-US" altLang="en-US" sz="2000"/>
              <a:t>, </a:t>
            </a:r>
            <a:r>
              <a:rPr lang="en-US" altLang="en-US" sz="2000" err="1"/>
              <a:t>các</a:t>
            </a:r>
            <a:r>
              <a:rPr lang="en-US" altLang="en-US" sz="2000"/>
              <a:t> </a:t>
            </a:r>
            <a:r>
              <a:rPr lang="en-US" altLang="en-US" sz="2000" err="1"/>
              <a:t>thao</a:t>
            </a:r>
            <a:r>
              <a:rPr lang="en-US" altLang="en-US" sz="2000"/>
              <a:t> </a:t>
            </a:r>
            <a:r>
              <a:rPr lang="en-US" altLang="en-US" sz="2000" err="1"/>
              <a:t>tác</a:t>
            </a:r>
            <a:r>
              <a:rPr lang="en-US" altLang="en-US" sz="2000"/>
              <a:t>, </a:t>
            </a:r>
            <a:r>
              <a:rPr lang="en-US" altLang="en-US" sz="2000" err="1"/>
              <a:t>khả</a:t>
            </a:r>
            <a:r>
              <a:rPr lang="en-US" altLang="en-US" sz="2000"/>
              <a:t> </a:t>
            </a:r>
            <a:r>
              <a:rPr lang="en-US" altLang="en-US" sz="2000" err="1"/>
              <a:t>năng</a:t>
            </a:r>
            <a:r>
              <a:rPr lang="en-US" altLang="en-US" sz="2000"/>
              <a:t> </a:t>
            </a:r>
            <a:r>
              <a:rPr lang="en-US" altLang="en-US" sz="2000" err="1"/>
              <a:t>có</a:t>
            </a:r>
            <a:r>
              <a:rPr lang="en-US" altLang="en-US" sz="2000"/>
              <a:t> </a:t>
            </a:r>
            <a:r>
              <a:rPr lang="en-US" altLang="en-US" sz="2000" err="1"/>
              <a:t>thể</a:t>
            </a:r>
            <a:r>
              <a:rPr lang="en-US" altLang="en-US" sz="2000"/>
              <a:t> </a:t>
            </a:r>
            <a:r>
              <a:rPr lang="en-US" altLang="en-US" sz="2000" err="1"/>
              <a:t>lập</a:t>
            </a:r>
            <a:r>
              <a:rPr lang="en-US" altLang="en-US" sz="2000"/>
              <a:t> </a:t>
            </a:r>
            <a:r>
              <a:rPr lang="en-US" altLang="en-US" sz="2000" err="1"/>
              <a:t>trình</a:t>
            </a:r>
            <a:endParaRPr lang="en-US" altLang="en-US" sz="2000"/>
          </a:p>
          <a:p>
            <a:pPr lvl="1"/>
            <a:r>
              <a:rPr lang="en-US" altLang="en-US" sz="2000"/>
              <a:t>- : </a:t>
            </a:r>
            <a:r>
              <a:rPr lang="en-US" altLang="en-US" sz="2000" err="1"/>
              <a:t>chú</a:t>
            </a:r>
            <a:r>
              <a:rPr lang="en-US" altLang="en-US" sz="2000"/>
              <a:t> </a:t>
            </a:r>
            <a:r>
              <a:rPr lang="en-US" altLang="en-US" sz="2000" err="1"/>
              <a:t>trọng</a:t>
            </a:r>
            <a:r>
              <a:rPr lang="en-US" altLang="en-US" sz="2000"/>
              <a:t> </a:t>
            </a:r>
            <a:r>
              <a:rPr lang="en-US" altLang="en-US" sz="2000" err="1"/>
              <a:t>vào</a:t>
            </a:r>
            <a:r>
              <a:rPr lang="en-US" altLang="en-US" sz="2000"/>
              <a:t> </a:t>
            </a:r>
            <a:r>
              <a:rPr lang="en-US" altLang="en-US" sz="2000" err="1"/>
              <a:t>chức</a:t>
            </a:r>
            <a:r>
              <a:rPr lang="en-US" altLang="en-US" sz="2000"/>
              <a:t> </a:t>
            </a:r>
            <a:r>
              <a:rPr lang="en-US" altLang="en-US" sz="2000" err="1"/>
              <a:t>năng</a:t>
            </a:r>
            <a:r>
              <a:rPr lang="en-US" altLang="en-US" sz="2000"/>
              <a:t> </a:t>
            </a:r>
            <a:r>
              <a:rPr lang="en-US" altLang="en-US" sz="2000" err="1"/>
              <a:t>hơn</a:t>
            </a:r>
            <a:r>
              <a:rPr lang="en-US" altLang="en-US" sz="2000"/>
              <a:t> </a:t>
            </a:r>
            <a:r>
              <a:rPr lang="en-US" altLang="en-US" sz="2000" err="1"/>
              <a:t>là</a:t>
            </a:r>
            <a:r>
              <a:rPr lang="en-US" altLang="en-US" sz="2000"/>
              <a:t> </a:t>
            </a:r>
            <a:r>
              <a:rPr lang="en-US" altLang="en-US" sz="2000" err="1"/>
              <a:t>dữ</a:t>
            </a:r>
            <a:r>
              <a:rPr lang="en-US" altLang="en-US" sz="2000"/>
              <a:t> </a:t>
            </a:r>
            <a:r>
              <a:rPr lang="en-US" altLang="en-US" sz="2000" err="1"/>
              <a:t>liệu</a:t>
            </a:r>
            <a:r>
              <a:rPr lang="en-US" altLang="en-US" sz="2000"/>
              <a:t>, </a:t>
            </a:r>
            <a:r>
              <a:rPr lang="en-US" altLang="en-US" sz="2000" err="1"/>
              <a:t>không</a:t>
            </a:r>
            <a:r>
              <a:rPr lang="en-US" altLang="en-US" sz="2000"/>
              <a:t> </a:t>
            </a:r>
            <a:r>
              <a:rPr lang="en-US" altLang="en-US" sz="2000" err="1"/>
              <a:t>thích</a:t>
            </a:r>
            <a:r>
              <a:rPr lang="en-US" altLang="en-US" sz="2000"/>
              <a:t> </a:t>
            </a:r>
            <a:r>
              <a:rPr lang="en-US" altLang="en-US" sz="2000" err="1"/>
              <a:t>hợp</a:t>
            </a:r>
            <a:r>
              <a:rPr lang="en-US" altLang="en-US" sz="2000"/>
              <a:t> </a:t>
            </a:r>
            <a:r>
              <a:rPr lang="en-US" altLang="en-US" sz="2000" err="1"/>
              <a:t>với</a:t>
            </a:r>
            <a:r>
              <a:rPr lang="en-US" altLang="en-US" sz="2000"/>
              <a:t> </a:t>
            </a:r>
            <a:r>
              <a:rPr lang="en-US" altLang="en-US" sz="2000" err="1"/>
              <a:t>giải</a:t>
            </a:r>
            <a:r>
              <a:rPr lang="en-US" altLang="en-US" sz="2000"/>
              <a:t> </a:t>
            </a:r>
            <a:r>
              <a:rPr lang="en-US" altLang="en-US" sz="2000" err="1"/>
              <a:t>thuật</a:t>
            </a:r>
            <a:r>
              <a:rPr lang="en-US" altLang="en-US" sz="2000"/>
              <a:t> </a:t>
            </a:r>
            <a:r>
              <a:rPr lang="en-US" altLang="en-US" sz="2000" err="1"/>
              <a:t>phức</a:t>
            </a:r>
            <a:r>
              <a:rPr lang="en-US" altLang="en-US" sz="2000"/>
              <a:t> </a:t>
            </a:r>
            <a:r>
              <a:rPr lang="en-US" altLang="en-US" sz="2000" err="1"/>
              <a:t>tạp</a:t>
            </a:r>
            <a:endParaRPr lang="en-US" altLang="en-US" sz="2000"/>
          </a:p>
          <a:p>
            <a:pPr eaLnBrk="1" hangingPunct="1"/>
            <a:r>
              <a:rPr lang="en-US" altLang="en-US" sz="2400" err="1"/>
              <a:t>Ngôn</a:t>
            </a:r>
            <a:r>
              <a:rPr lang="en-US" altLang="en-US" sz="2400"/>
              <a:t> </a:t>
            </a:r>
            <a:r>
              <a:rPr lang="en-US" altLang="en-US" sz="2400" err="1"/>
              <a:t>ngữ</a:t>
            </a:r>
            <a:r>
              <a:rPr lang="en-US" altLang="en-US" sz="2400"/>
              <a:t> </a:t>
            </a:r>
            <a:r>
              <a:rPr lang="en-US" altLang="en-US" sz="2400" err="1"/>
              <a:t>lập</a:t>
            </a:r>
            <a:r>
              <a:rPr lang="en-US" altLang="en-US" sz="2400"/>
              <a:t> </a:t>
            </a:r>
            <a:r>
              <a:rPr lang="en-US" altLang="en-US" sz="2400" err="1"/>
              <a:t>trình</a:t>
            </a:r>
            <a:endParaRPr lang="en-US" altLang="en-US" sz="2400"/>
          </a:p>
          <a:p>
            <a:pPr lvl="1"/>
            <a:r>
              <a:rPr lang="en-US" altLang="en-US" sz="2000"/>
              <a:t>+ : </a:t>
            </a:r>
            <a:r>
              <a:rPr lang="en-US" altLang="en-US" sz="2000" err="1"/>
              <a:t>cú</a:t>
            </a:r>
            <a:r>
              <a:rPr lang="en-US" altLang="en-US" sz="2000"/>
              <a:t> </a:t>
            </a:r>
            <a:r>
              <a:rPr lang="en-US" altLang="en-US" sz="2000" err="1"/>
              <a:t>pháp</a:t>
            </a:r>
            <a:r>
              <a:rPr lang="en-US" altLang="en-US" sz="2000"/>
              <a:t> </a:t>
            </a:r>
            <a:r>
              <a:rPr lang="en-US" altLang="en-US" sz="2000" err="1"/>
              <a:t>rõ</a:t>
            </a:r>
            <a:r>
              <a:rPr lang="en-US" altLang="en-US" sz="2000"/>
              <a:t> </a:t>
            </a:r>
            <a:r>
              <a:rPr lang="en-US" altLang="en-US" sz="2000" err="1"/>
              <a:t>ràng</a:t>
            </a:r>
            <a:r>
              <a:rPr lang="en-US" altLang="en-US" sz="2000"/>
              <a:t>, </a:t>
            </a:r>
            <a:r>
              <a:rPr lang="en-US" altLang="en-US" sz="2000" err="1"/>
              <a:t>giúp</a:t>
            </a:r>
            <a:r>
              <a:rPr lang="en-US" altLang="en-US" sz="2000"/>
              <a:t> </a:t>
            </a:r>
            <a:r>
              <a:rPr lang="en-US" altLang="en-US" sz="2000" err="1"/>
              <a:t>hiểu</a:t>
            </a:r>
            <a:r>
              <a:rPr lang="en-US" altLang="en-US" sz="2000"/>
              <a:t> </a:t>
            </a:r>
            <a:r>
              <a:rPr lang="en-US" altLang="en-US" sz="2000" err="1"/>
              <a:t>sâu</a:t>
            </a:r>
            <a:r>
              <a:rPr lang="en-US" altLang="en-US" sz="2000"/>
              <a:t> </a:t>
            </a:r>
            <a:r>
              <a:rPr lang="en-US" altLang="en-US" sz="2000" err="1"/>
              <a:t>về</a:t>
            </a:r>
            <a:r>
              <a:rPr lang="en-US" altLang="en-US" sz="2000"/>
              <a:t> </a:t>
            </a:r>
            <a:r>
              <a:rPr lang="en-US" altLang="en-US" sz="2000" err="1"/>
              <a:t>giải</a:t>
            </a:r>
            <a:r>
              <a:rPr lang="en-US" altLang="en-US" sz="2000"/>
              <a:t> </a:t>
            </a:r>
            <a:r>
              <a:rPr lang="en-US" altLang="en-US" sz="2000" err="1"/>
              <a:t>thuật</a:t>
            </a:r>
            <a:r>
              <a:rPr lang="en-US" altLang="en-US" sz="2000"/>
              <a:t> </a:t>
            </a:r>
            <a:r>
              <a:rPr lang="en-US" altLang="en-US" sz="2000" err="1"/>
              <a:t>và</a:t>
            </a:r>
            <a:r>
              <a:rPr lang="en-US" altLang="en-US" sz="2000"/>
              <a:t> </a:t>
            </a:r>
            <a:r>
              <a:rPr lang="en-US" altLang="en-US" sz="2000" err="1"/>
              <a:t>cách</a:t>
            </a:r>
            <a:r>
              <a:rPr lang="en-US" altLang="en-US" sz="2000"/>
              <a:t> </a:t>
            </a:r>
            <a:r>
              <a:rPr lang="en-US" altLang="en-US" sz="2000" err="1"/>
              <a:t>cài</a:t>
            </a:r>
            <a:r>
              <a:rPr lang="en-US" altLang="en-US" sz="2000"/>
              <a:t> </a:t>
            </a:r>
            <a:r>
              <a:rPr lang="en-US" altLang="en-US" sz="2000" err="1"/>
              <a:t>đặt</a:t>
            </a:r>
            <a:endParaRPr lang="en-US" altLang="en-US" sz="2000"/>
          </a:p>
          <a:p>
            <a:pPr lvl="1"/>
            <a:r>
              <a:rPr lang="en-US" altLang="en-US" sz="2000"/>
              <a:t>- : </a:t>
            </a:r>
            <a:r>
              <a:rPr lang="en-US" altLang="en-US" sz="2000" err="1"/>
              <a:t>cồng</a:t>
            </a:r>
            <a:r>
              <a:rPr lang="en-US" altLang="en-US" sz="2000"/>
              <a:t> </a:t>
            </a:r>
            <a:r>
              <a:rPr lang="en-US" altLang="en-US" sz="2000" err="1"/>
              <a:t>kềnh</a:t>
            </a:r>
            <a:r>
              <a:rPr lang="en-US" altLang="en-US" sz="2000"/>
              <a:t>, chi </a:t>
            </a:r>
            <a:r>
              <a:rPr lang="en-US" altLang="en-US" sz="2000" err="1"/>
              <a:t>tiết</a:t>
            </a:r>
            <a:r>
              <a:rPr lang="en-US" altLang="en-US" sz="2000"/>
              <a:t>, </a:t>
            </a:r>
            <a:r>
              <a:rPr lang="en-US" altLang="en-US" sz="2000" err="1"/>
              <a:t>cụ</a:t>
            </a:r>
            <a:r>
              <a:rPr lang="en-US" altLang="en-US" sz="2000"/>
              <a:t> </a:t>
            </a:r>
            <a:r>
              <a:rPr lang="en-US" altLang="en-US" sz="2000" err="1"/>
              <a:t>thể</a:t>
            </a:r>
            <a:r>
              <a:rPr lang="en-US" altLang="en-US" sz="2000"/>
              <a:t> </a:t>
            </a:r>
          </a:p>
          <a:p>
            <a:endParaRPr lang="en-US" sz="2400"/>
          </a:p>
        </p:txBody>
      </p:sp>
      <p:sp>
        <p:nvSpPr>
          <p:cNvPr id="6" name="TextBox 5"/>
          <p:cNvSpPr txBox="1"/>
          <p:nvPr/>
        </p:nvSpPr>
        <p:spPr>
          <a:xfrm>
            <a:off x="612775" y="5618579"/>
            <a:ext cx="7540625" cy="646331"/>
          </a:xfrm>
          <a:prstGeom prst="rect">
            <a:avLst/>
          </a:prstGeom>
          <a:noFill/>
        </p:spPr>
        <p:txBody>
          <a:bodyPr wrap="square" rtlCol="0">
            <a:spAutoFit/>
          </a:bodyPr>
          <a:lstStyle/>
          <a:p>
            <a:pPr algn="ctr"/>
            <a:r>
              <a:rPr lang="en-US"/>
              <a:t>=&gt; </a:t>
            </a:r>
            <a:r>
              <a:rPr lang="en-US" err="1"/>
              <a:t>Có</a:t>
            </a:r>
            <a:r>
              <a:rPr lang="en-US"/>
              <a:t> </a:t>
            </a:r>
            <a:r>
              <a:rPr lang="en-US" err="1"/>
              <a:t>thể</a:t>
            </a:r>
            <a:r>
              <a:rPr lang="en-US"/>
              <a:t> </a:t>
            </a:r>
            <a:r>
              <a:rPr lang="en-US" err="1"/>
              <a:t>Sử</a:t>
            </a:r>
            <a:r>
              <a:rPr lang="en-US"/>
              <a:t> </a:t>
            </a:r>
            <a:r>
              <a:rPr lang="en-US" err="1"/>
              <a:t>dụng</a:t>
            </a:r>
            <a:r>
              <a:rPr lang="en-US"/>
              <a:t> NNLT </a:t>
            </a:r>
            <a:r>
              <a:rPr lang="en-US" err="1"/>
              <a:t>dạng</a:t>
            </a:r>
            <a:r>
              <a:rPr lang="en-US"/>
              <a:t> </a:t>
            </a:r>
            <a:r>
              <a:rPr lang="en-US" err="1"/>
              <a:t>giản</a:t>
            </a:r>
            <a:r>
              <a:rPr lang="en-US"/>
              <a:t> </a:t>
            </a:r>
            <a:r>
              <a:rPr lang="en-US" err="1"/>
              <a:t>lược</a:t>
            </a:r>
            <a:r>
              <a:rPr lang="en-US"/>
              <a:t> </a:t>
            </a:r>
            <a:r>
              <a:rPr lang="en-US" err="1"/>
              <a:t>để</a:t>
            </a:r>
            <a:r>
              <a:rPr lang="en-US"/>
              <a:t> </a:t>
            </a:r>
            <a:r>
              <a:rPr lang="en-US" err="1"/>
              <a:t>diễn</a:t>
            </a:r>
            <a:r>
              <a:rPr lang="en-US"/>
              <a:t> </a:t>
            </a:r>
            <a:r>
              <a:rPr lang="en-US" err="1"/>
              <a:t>đạt</a:t>
            </a:r>
            <a:r>
              <a:rPr lang="en-US"/>
              <a:t> </a:t>
            </a:r>
            <a:r>
              <a:rPr lang="en-US" err="1"/>
              <a:t>giải</a:t>
            </a:r>
            <a:r>
              <a:rPr lang="en-US"/>
              <a:t> </a:t>
            </a:r>
            <a:r>
              <a:rPr lang="en-US" err="1"/>
              <a:t>thuật</a:t>
            </a:r>
            <a:r>
              <a:rPr lang="en-US"/>
              <a:t> </a:t>
            </a:r>
            <a:br>
              <a:rPr lang="en-US"/>
            </a:br>
            <a:r>
              <a:rPr lang="en-US"/>
              <a:t>(</a:t>
            </a:r>
            <a:r>
              <a:rPr lang="en-US" altLang="en-US" err="1"/>
              <a:t>Ngôn</a:t>
            </a:r>
            <a:r>
              <a:rPr lang="en-US" altLang="en-US"/>
              <a:t> </a:t>
            </a:r>
            <a:r>
              <a:rPr lang="en-US" altLang="en-US" err="1"/>
              <a:t>ngữ</a:t>
            </a:r>
            <a:r>
              <a:rPr lang="en-US" altLang="en-US"/>
              <a:t> </a:t>
            </a:r>
            <a:r>
              <a:rPr lang="en-US" altLang="en-US" err="1"/>
              <a:t>tựa</a:t>
            </a:r>
            <a:r>
              <a:rPr lang="en-US" altLang="en-US"/>
              <a:t> </a:t>
            </a:r>
            <a:r>
              <a:rPr lang="en-US" altLang="en-US" err="1"/>
              <a:t>lập</a:t>
            </a:r>
            <a:r>
              <a:rPr lang="en-US" altLang="en-US"/>
              <a:t> </a:t>
            </a:r>
            <a:r>
              <a:rPr lang="en-US" altLang="en-US" err="1"/>
              <a:t>trình</a:t>
            </a:r>
            <a:r>
              <a:rPr lang="en-US" altLang="en-US"/>
              <a:t>/ </a:t>
            </a:r>
            <a:r>
              <a:rPr lang="en-US" altLang="en-US" err="1"/>
              <a:t>giả</a:t>
            </a:r>
            <a:r>
              <a:rPr lang="en-US" altLang="en-US"/>
              <a:t> </a:t>
            </a:r>
            <a:r>
              <a:rPr lang="en-US" altLang="en-US" err="1"/>
              <a:t>mã</a:t>
            </a:r>
            <a:r>
              <a:rPr lang="en-US" altLang="en-US"/>
              <a:t>/ </a:t>
            </a:r>
            <a:r>
              <a:rPr lang="en-US"/>
              <a:t>pseudo code)</a:t>
            </a:r>
          </a:p>
        </p:txBody>
      </p:sp>
    </p:spTree>
    <p:extLst>
      <p:ext uri="{BB962C8B-B14F-4D97-AF65-F5344CB8AC3E}">
        <p14:creationId xmlns:p14="http://schemas.microsoft.com/office/powerpoint/2010/main" val="4124070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24</a:t>
            </a:fld>
            <a:endParaRPr lang="en-US"/>
          </a:p>
        </p:txBody>
      </p:sp>
      <p:sp>
        <p:nvSpPr>
          <p:cNvPr id="2" name="Title 1"/>
          <p:cNvSpPr>
            <a:spLocks noGrp="1"/>
          </p:cNvSpPr>
          <p:nvPr>
            <p:ph type="title"/>
          </p:nvPr>
        </p:nvSpPr>
        <p:spPr/>
        <p:txBody>
          <a:bodyPr/>
          <a:lstStyle/>
          <a:p>
            <a:r>
              <a:rPr lang="en-US" err="1"/>
              <a:t>Ví</a:t>
            </a:r>
            <a:r>
              <a:rPr lang="en-US"/>
              <a:t> </a:t>
            </a:r>
            <a:r>
              <a:rPr lang="en-US" err="1"/>
              <a:t>dụ</a:t>
            </a:r>
            <a:endParaRPr lang="en-US"/>
          </a:p>
        </p:txBody>
      </p:sp>
      <p:sp>
        <p:nvSpPr>
          <p:cNvPr id="61" name="Text Placeholder 60"/>
          <p:cNvSpPr>
            <a:spLocks noGrp="1"/>
          </p:cNvSpPr>
          <p:nvPr>
            <p:ph type="body" sz="quarter" idx="13"/>
          </p:nvPr>
        </p:nvSpPr>
        <p:spPr/>
        <p:txBody>
          <a:bodyPr/>
          <a:lstStyle/>
          <a:p>
            <a:endParaRPr lang="en-US"/>
          </a:p>
        </p:txBody>
      </p:sp>
      <p:grpSp>
        <p:nvGrpSpPr>
          <p:cNvPr id="6" name="Group 5">
            <a:extLst>
              <a:ext uri="{FF2B5EF4-FFF2-40B4-BE49-F238E27FC236}">
                <a16:creationId xmlns:a16="http://schemas.microsoft.com/office/drawing/2014/main" id="{B6DC0C39-F9C3-4B1B-818C-6B044AB8AD89}"/>
              </a:ext>
            </a:extLst>
          </p:cNvPr>
          <p:cNvGrpSpPr>
            <a:grpSpLocks/>
          </p:cNvGrpSpPr>
          <p:nvPr/>
        </p:nvGrpSpPr>
        <p:grpSpPr bwMode="auto">
          <a:xfrm>
            <a:off x="77630" y="1342390"/>
            <a:ext cx="1738471" cy="3170872"/>
            <a:chOff x="2448" y="5328"/>
            <a:chExt cx="3168" cy="5779"/>
          </a:xfrm>
        </p:grpSpPr>
        <p:sp>
          <p:nvSpPr>
            <p:cNvPr id="7" name="AutoShape 5">
              <a:extLst>
                <a:ext uri="{FF2B5EF4-FFF2-40B4-BE49-F238E27FC236}">
                  <a16:creationId xmlns:a16="http://schemas.microsoft.com/office/drawing/2014/main" id="{F7E5961F-B681-49D5-8489-77BEB44EBCE3}"/>
                </a:ext>
              </a:extLst>
            </p:cNvPr>
            <p:cNvSpPr>
              <a:spLocks noChangeArrowheads="1"/>
            </p:cNvSpPr>
            <p:nvPr/>
          </p:nvSpPr>
          <p:spPr bwMode="auto">
            <a:xfrm>
              <a:off x="3288" y="5328"/>
              <a:ext cx="1440" cy="576"/>
            </a:xfrm>
            <a:prstGeom prst="flowChartTerminator">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400" b="1"/>
                <a:t>Start</a:t>
              </a:r>
              <a:endParaRPr lang="en-US" altLang="en-US" sz="2000"/>
            </a:p>
          </p:txBody>
        </p:sp>
        <p:sp>
          <p:nvSpPr>
            <p:cNvPr id="8" name="Line 6">
              <a:extLst>
                <a:ext uri="{FF2B5EF4-FFF2-40B4-BE49-F238E27FC236}">
                  <a16:creationId xmlns:a16="http://schemas.microsoft.com/office/drawing/2014/main" id="{8B2CF77F-8CAD-4BE9-9EF7-B9AFF49078BB}"/>
                </a:ext>
              </a:extLst>
            </p:cNvPr>
            <p:cNvSpPr>
              <a:spLocks noChangeShapeType="1"/>
            </p:cNvSpPr>
            <p:nvPr/>
          </p:nvSpPr>
          <p:spPr bwMode="auto">
            <a:xfrm>
              <a:off x="4008" y="5904"/>
              <a:ext cx="0" cy="43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000"/>
            </a:p>
          </p:txBody>
        </p:sp>
        <p:sp>
          <p:nvSpPr>
            <p:cNvPr id="9" name="AutoShape 7">
              <a:extLst>
                <a:ext uri="{FF2B5EF4-FFF2-40B4-BE49-F238E27FC236}">
                  <a16:creationId xmlns:a16="http://schemas.microsoft.com/office/drawing/2014/main" id="{C705FC3A-A663-4A52-9B19-AE991E887C3D}"/>
                </a:ext>
              </a:extLst>
            </p:cNvPr>
            <p:cNvSpPr>
              <a:spLocks noChangeArrowheads="1"/>
            </p:cNvSpPr>
            <p:nvPr/>
          </p:nvSpPr>
          <p:spPr bwMode="auto">
            <a:xfrm>
              <a:off x="2448" y="6355"/>
              <a:ext cx="3168" cy="864"/>
            </a:xfrm>
            <a:prstGeom prst="flowChartInputOutput">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400" b="1"/>
                <a:t>Input W, L</a:t>
              </a:r>
              <a:endParaRPr lang="en-US" altLang="en-US" sz="2000"/>
            </a:p>
          </p:txBody>
        </p:sp>
        <p:sp>
          <p:nvSpPr>
            <p:cNvPr id="10" name="AutoShape 8">
              <a:extLst>
                <a:ext uri="{FF2B5EF4-FFF2-40B4-BE49-F238E27FC236}">
                  <a16:creationId xmlns:a16="http://schemas.microsoft.com/office/drawing/2014/main" id="{796E6689-4A43-4ACB-BDC3-19D976A2BB04}"/>
                </a:ext>
              </a:extLst>
            </p:cNvPr>
            <p:cNvSpPr>
              <a:spLocks noChangeArrowheads="1"/>
            </p:cNvSpPr>
            <p:nvPr/>
          </p:nvSpPr>
          <p:spPr bwMode="auto">
            <a:xfrm>
              <a:off x="2967" y="7801"/>
              <a:ext cx="2141" cy="576"/>
            </a:xfrm>
            <a:prstGeom prst="flowChartProcess">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400" b="1"/>
                <a:t>A </a:t>
              </a:r>
              <a:r>
                <a:rPr lang="en-US" altLang="en-US" sz="2000">
                  <a:sym typeface="Symbol" panose="05050102010706020507" pitchFamily="18" charset="2"/>
                </a:rPr>
                <a:t></a:t>
              </a:r>
              <a:r>
                <a:rPr lang="en-US" altLang="en-US" sz="1400" b="1"/>
                <a:t> W × L</a:t>
              </a:r>
            </a:p>
          </p:txBody>
        </p:sp>
        <p:sp>
          <p:nvSpPr>
            <p:cNvPr id="11" name="Line 9">
              <a:extLst>
                <a:ext uri="{FF2B5EF4-FFF2-40B4-BE49-F238E27FC236}">
                  <a16:creationId xmlns:a16="http://schemas.microsoft.com/office/drawing/2014/main" id="{8E0DA358-F527-40EA-BFF6-0ADD747EEB7C}"/>
                </a:ext>
              </a:extLst>
            </p:cNvPr>
            <p:cNvSpPr>
              <a:spLocks noChangeShapeType="1"/>
            </p:cNvSpPr>
            <p:nvPr/>
          </p:nvSpPr>
          <p:spPr bwMode="auto">
            <a:xfrm>
              <a:off x="4032" y="7219"/>
              <a:ext cx="0"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000"/>
            </a:p>
          </p:txBody>
        </p:sp>
        <p:sp>
          <p:nvSpPr>
            <p:cNvPr id="12" name="AutoShape 10">
              <a:extLst>
                <a:ext uri="{FF2B5EF4-FFF2-40B4-BE49-F238E27FC236}">
                  <a16:creationId xmlns:a16="http://schemas.microsoft.com/office/drawing/2014/main" id="{3BD59A5A-9DAE-433A-9683-C3CA7BC53572}"/>
                </a:ext>
              </a:extLst>
            </p:cNvPr>
            <p:cNvSpPr>
              <a:spLocks noChangeArrowheads="1"/>
            </p:cNvSpPr>
            <p:nvPr/>
          </p:nvSpPr>
          <p:spPr bwMode="auto">
            <a:xfrm>
              <a:off x="2812" y="8947"/>
              <a:ext cx="2448" cy="1008"/>
            </a:xfrm>
            <a:prstGeom prst="flowChartDisplay">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400" b="1"/>
                <a:t>Print A</a:t>
              </a:r>
              <a:endParaRPr lang="en-US" altLang="en-US" sz="2000"/>
            </a:p>
          </p:txBody>
        </p:sp>
        <p:sp>
          <p:nvSpPr>
            <p:cNvPr id="13" name="AutoShape 11">
              <a:extLst>
                <a:ext uri="{FF2B5EF4-FFF2-40B4-BE49-F238E27FC236}">
                  <a16:creationId xmlns:a16="http://schemas.microsoft.com/office/drawing/2014/main" id="{7D3E7456-649D-42C0-A17E-3FAFEF425289}"/>
                </a:ext>
              </a:extLst>
            </p:cNvPr>
            <p:cNvSpPr>
              <a:spLocks noChangeArrowheads="1"/>
            </p:cNvSpPr>
            <p:nvPr/>
          </p:nvSpPr>
          <p:spPr bwMode="auto">
            <a:xfrm>
              <a:off x="3293" y="10512"/>
              <a:ext cx="1440" cy="595"/>
            </a:xfrm>
            <a:prstGeom prst="flowChartTerminator">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400" b="1"/>
                <a:t>Stop</a:t>
              </a:r>
              <a:endParaRPr lang="en-US" altLang="en-US" sz="2000"/>
            </a:p>
          </p:txBody>
        </p:sp>
        <p:sp>
          <p:nvSpPr>
            <p:cNvPr id="14" name="Line 12">
              <a:extLst>
                <a:ext uri="{FF2B5EF4-FFF2-40B4-BE49-F238E27FC236}">
                  <a16:creationId xmlns:a16="http://schemas.microsoft.com/office/drawing/2014/main" id="{D311E459-34B1-47DA-8CE8-E8A1E46B5A42}"/>
                </a:ext>
              </a:extLst>
            </p:cNvPr>
            <p:cNvSpPr>
              <a:spLocks noChangeShapeType="1"/>
            </p:cNvSpPr>
            <p:nvPr/>
          </p:nvSpPr>
          <p:spPr bwMode="auto">
            <a:xfrm>
              <a:off x="4032" y="8371"/>
              <a:ext cx="0"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000"/>
            </a:p>
          </p:txBody>
        </p:sp>
        <p:sp>
          <p:nvSpPr>
            <p:cNvPr id="15" name="Line 13">
              <a:extLst>
                <a:ext uri="{FF2B5EF4-FFF2-40B4-BE49-F238E27FC236}">
                  <a16:creationId xmlns:a16="http://schemas.microsoft.com/office/drawing/2014/main" id="{E941439E-6A3D-4CC8-B7B9-8E8F08557182}"/>
                </a:ext>
              </a:extLst>
            </p:cNvPr>
            <p:cNvSpPr>
              <a:spLocks noChangeShapeType="1"/>
            </p:cNvSpPr>
            <p:nvPr/>
          </p:nvSpPr>
          <p:spPr bwMode="auto">
            <a:xfrm>
              <a:off x="4032" y="9955"/>
              <a:ext cx="0"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000"/>
            </a:p>
          </p:txBody>
        </p:sp>
      </p:grpSp>
      <p:grpSp>
        <p:nvGrpSpPr>
          <p:cNvPr id="16" name="Group 15">
            <a:extLst>
              <a:ext uri="{FF2B5EF4-FFF2-40B4-BE49-F238E27FC236}">
                <a16:creationId xmlns:a16="http://schemas.microsoft.com/office/drawing/2014/main" id="{286517E6-36AB-458F-B096-C5B1A1EC9346}"/>
              </a:ext>
            </a:extLst>
          </p:cNvPr>
          <p:cNvGrpSpPr/>
          <p:nvPr/>
        </p:nvGrpSpPr>
        <p:grpSpPr>
          <a:xfrm>
            <a:off x="2165730" y="774006"/>
            <a:ext cx="4149487" cy="3927531"/>
            <a:chOff x="4495800" y="1454149"/>
            <a:chExt cx="4114800" cy="4413251"/>
          </a:xfrm>
        </p:grpSpPr>
        <p:sp>
          <p:nvSpPr>
            <p:cNvPr id="17" name="AutoShape 15">
              <a:extLst>
                <a:ext uri="{FF2B5EF4-FFF2-40B4-BE49-F238E27FC236}">
                  <a16:creationId xmlns:a16="http://schemas.microsoft.com/office/drawing/2014/main" id="{F3B2BFD1-0B58-4818-A6C0-9877B5D3C872}"/>
                </a:ext>
              </a:extLst>
            </p:cNvPr>
            <p:cNvSpPr>
              <a:spLocks noChangeArrowheads="1"/>
            </p:cNvSpPr>
            <p:nvPr/>
          </p:nvSpPr>
          <p:spPr bwMode="auto">
            <a:xfrm>
              <a:off x="4495800" y="4513262"/>
              <a:ext cx="1597025" cy="592137"/>
            </a:xfrm>
            <a:prstGeom prst="flowChartDisplay">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Print</a:t>
              </a:r>
            </a:p>
            <a:p>
              <a:pPr algn="ctr"/>
              <a:r>
                <a:rPr lang="en-US" altLang="en-US" sz="1200" b="1"/>
                <a:t>“PASS”</a:t>
              </a:r>
              <a:endParaRPr lang="en-US" altLang="en-US"/>
            </a:p>
          </p:txBody>
        </p:sp>
        <p:sp>
          <p:nvSpPr>
            <p:cNvPr id="18" name="AutoShape 9">
              <a:extLst>
                <a:ext uri="{FF2B5EF4-FFF2-40B4-BE49-F238E27FC236}">
                  <a16:creationId xmlns:a16="http://schemas.microsoft.com/office/drawing/2014/main" id="{553CD78E-C41B-4FA8-B0D8-48091A2F2727}"/>
                </a:ext>
              </a:extLst>
            </p:cNvPr>
            <p:cNvSpPr>
              <a:spLocks noChangeArrowheads="1"/>
            </p:cNvSpPr>
            <p:nvPr/>
          </p:nvSpPr>
          <p:spPr bwMode="auto">
            <a:xfrm>
              <a:off x="6070600" y="1454149"/>
              <a:ext cx="939800" cy="338138"/>
            </a:xfrm>
            <a:prstGeom prst="flowChartTerminator">
              <a:avLst/>
            </a:prstGeom>
            <a:solidFill>
              <a:schemeClr val="accent3">
                <a:lumMod val="60000"/>
                <a:lumOff val="40000"/>
              </a:schemeClr>
            </a:solidFill>
            <a:ln w="9525">
              <a:solidFill>
                <a:srgbClr val="000000"/>
              </a:solidFill>
              <a:miter lim="800000"/>
              <a:headEnd/>
              <a:tailEnd/>
            </a:ln>
          </p:spPr>
          <p:txBody>
            <a:bodyPr/>
            <a:lstStyle/>
            <a:p>
              <a:pPr algn="ctr"/>
              <a:r>
                <a:rPr lang="en-US" altLang="en-US" sz="1200" b="1"/>
                <a:t>Start</a:t>
              </a:r>
              <a:endParaRPr lang="en-US" altLang="en-US"/>
            </a:p>
          </p:txBody>
        </p:sp>
        <p:sp>
          <p:nvSpPr>
            <p:cNvPr id="19" name="Line 10">
              <a:extLst>
                <a:ext uri="{FF2B5EF4-FFF2-40B4-BE49-F238E27FC236}">
                  <a16:creationId xmlns:a16="http://schemas.microsoft.com/office/drawing/2014/main" id="{2C12C9DE-3B60-4F72-A093-163006F4E403}"/>
                </a:ext>
              </a:extLst>
            </p:cNvPr>
            <p:cNvSpPr>
              <a:spLocks noChangeShapeType="1"/>
            </p:cNvSpPr>
            <p:nvPr/>
          </p:nvSpPr>
          <p:spPr bwMode="auto">
            <a:xfrm>
              <a:off x="6540500" y="1792287"/>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 name="AutoShape 11">
              <a:extLst>
                <a:ext uri="{FF2B5EF4-FFF2-40B4-BE49-F238E27FC236}">
                  <a16:creationId xmlns:a16="http://schemas.microsoft.com/office/drawing/2014/main" id="{37FD83EC-9F83-4BAB-8C16-6EAB8322E0FE}"/>
                </a:ext>
              </a:extLst>
            </p:cNvPr>
            <p:cNvSpPr>
              <a:spLocks noChangeArrowheads="1"/>
            </p:cNvSpPr>
            <p:nvPr/>
          </p:nvSpPr>
          <p:spPr bwMode="auto">
            <a:xfrm>
              <a:off x="5410200" y="2057399"/>
              <a:ext cx="2243133" cy="508000"/>
            </a:xfrm>
            <a:prstGeom prst="flowChartInputOutput">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Input</a:t>
              </a:r>
            </a:p>
            <a:p>
              <a:pPr algn="ctr"/>
              <a:r>
                <a:rPr lang="en-US" altLang="en-US" sz="1200" b="1"/>
                <a:t>M1, M2, M3, M4</a:t>
              </a:r>
              <a:endParaRPr lang="en-US" altLang="en-US"/>
            </a:p>
          </p:txBody>
        </p:sp>
        <p:sp>
          <p:nvSpPr>
            <p:cNvPr id="21" name="AutoShape 12">
              <a:extLst>
                <a:ext uri="{FF2B5EF4-FFF2-40B4-BE49-F238E27FC236}">
                  <a16:creationId xmlns:a16="http://schemas.microsoft.com/office/drawing/2014/main" id="{F3CEC54E-89BB-4B17-9E25-5598B35DD281}"/>
                </a:ext>
              </a:extLst>
            </p:cNvPr>
            <p:cNvSpPr>
              <a:spLocks noChangeArrowheads="1"/>
            </p:cNvSpPr>
            <p:nvPr/>
          </p:nvSpPr>
          <p:spPr bwMode="auto">
            <a:xfrm>
              <a:off x="5183195" y="2908299"/>
              <a:ext cx="2741605" cy="338138"/>
            </a:xfrm>
            <a:prstGeom prst="flowChartProcess">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GRADE </a:t>
              </a:r>
              <a:r>
                <a:rPr lang="en-US" altLang="en-US" sz="1200" b="1">
                  <a:sym typeface="Symbol" panose="05050102010706020507" pitchFamily="18" charset="2"/>
                </a:rPr>
                <a:t> </a:t>
              </a:r>
              <a:r>
                <a:rPr lang="en-US" altLang="en-US" sz="1200" b="1"/>
                <a:t>(M1+M2+M3+M4) / 4</a:t>
              </a:r>
              <a:endParaRPr lang="en-US" altLang="en-US"/>
            </a:p>
          </p:txBody>
        </p:sp>
        <p:sp>
          <p:nvSpPr>
            <p:cNvPr id="22" name="Line 13">
              <a:extLst>
                <a:ext uri="{FF2B5EF4-FFF2-40B4-BE49-F238E27FC236}">
                  <a16:creationId xmlns:a16="http://schemas.microsoft.com/office/drawing/2014/main" id="{12A26643-4F26-494B-94CE-DC4BB3A36CB7}"/>
                </a:ext>
              </a:extLst>
            </p:cNvPr>
            <p:cNvSpPr>
              <a:spLocks noChangeShapeType="1"/>
            </p:cNvSpPr>
            <p:nvPr/>
          </p:nvSpPr>
          <p:spPr bwMode="auto">
            <a:xfrm>
              <a:off x="6543675" y="2565399"/>
              <a:ext cx="0" cy="3397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 name="AutoShape 14">
              <a:extLst>
                <a:ext uri="{FF2B5EF4-FFF2-40B4-BE49-F238E27FC236}">
                  <a16:creationId xmlns:a16="http://schemas.microsoft.com/office/drawing/2014/main" id="{657AC912-7781-4B72-A325-AD401B7AC384}"/>
                </a:ext>
              </a:extLst>
            </p:cNvPr>
            <p:cNvSpPr>
              <a:spLocks noChangeArrowheads="1"/>
            </p:cNvSpPr>
            <p:nvPr/>
          </p:nvSpPr>
          <p:spPr bwMode="auto">
            <a:xfrm>
              <a:off x="5605463" y="3497262"/>
              <a:ext cx="1878013" cy="846138"/>
            </a:xfrm>
            <a:prstGeom prst="flowChartDecision">
              <a:avLst/>
            </a:prstGeom>
            <a:solidFill>
              <a:schemeClr val="accent3">
                <a:lumMod val="60000"/>
                <a:lumOff val="40000"/>
              </a:schemeClr>
            </a:solidFill>
            <a:ln w="9525">
              <a:solidFill>
                <a:srgbClr val="000000"/>
              </a:solidFill>
              <a:miter lim="800000"/>
              <a:headEnd/>
              <a:tailEnd/>
            </a:ln>
          </p:spPr>
          <p:txBody>
            <a:bodyPr/>
            <a:lstStyle/>
            <a:p>
              <a:pPr algn="ctr"/>
              <a:endParaRPr lang="en-US" altLang="en-US"/>
            </a:p>
          </p:txBody>
        </p:sp>
        <p:sp>
          <p:nvSpPr>
            <p:cNvPr id="24" name="AutoShape 16">
              <a:extLst>
                <a:ext uri="{FF2B5EF4-FFF2-40B4-BE49-F238E27FC236}">
                  <a16:creationId xmlns:a16="http://schemas.microsoft.com/office/drawing/2014/main" id="{713C495A-B1AB-4C48-BC82-2FD70D6C1AE1}"/>
                </a:ext>
              </a:extLst>
            </p:cNvPr>
            <p:cNvSpPr>
              <a:spLocks noChangeArrowheads="1"/>
            </p:cNvSpPr>
            <p:nvPr/>
          </p:nvSpPr>
          <p:spPr bwMode="auto">
            <a:xfrm>
              <a:off x="7013575" y="4513262"/>
              <a:ext cx="1597025" cy="592138"/>
            </a:xfrm>
            <a:prstGeom prst="flowChartDisplay">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Print</a:t>
              </a:r>
            </a:p>
            <a:p>
              <a:pPr algn="ctr"/>
              <a:r>
                <a:rPr lang="en-US" altLang="en-US" sz="1200" b="1"/>
                <a:t>“FAIL”</a:t>
              </a:r>
              <a:endParaRPr lang="en-US" altLang="en-US"/>
            </a:p>
          </p:txBody>
        </p:sp>
        <p:sp>
          <p:nvSpPr>
            <p:cNvPr id="25" name="Line 17">
              <a:extLst>
                <a:ext uri="{FF2B5EF4-FFF2-40B4-BE49-F238E27FC236}">
                  <a16:creationId xmlns:a16="http://schemas.microsoft.com/office/drawing/2014/main" id="{6A20C6D0-0574-4098-BC37-3D82C8CD3E97}"/>
                </a:ext>
              </a:extLst>
            </p:cNvPr>
            <p:cNvSpPr>
              <a:spLocks noChangeShapeType="1"/>
            </p:cNvSpPr>
            <p:nvPr/>
          </p:nvSpPr>
          <p:spPr bwMode="auto">
            <a:xfrm>
              <a:off x="6543675" y="5359399"/>
              <a:ext cx="0" cy="1698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 name="AutoShape 18">
              <a:extLst>
                <a:ext uri="{FF2B5EF4-FFF2-40B4-BE49-F238E27FC236}">
                  <a16:creationId xmlns:a16="http://schemas.microsoft.com/office/drawing/2014/main" id="{3A3A47D4-8980-4A9F-B0A7-AB6DB46B8550}"/>
                </a:ext>
              </a:extLst>
            </p:cNvPr>
            <p:cNvSpPr>
              <a:spLocks noChangeArrowheads="1"/>
            </p:cNvSpPr>
            <p:nvPr/>
          </p:nvSpPr>
          <p:spPr bwMode="auto">
            <a:xfrm>
              <a:off x="6075363" y="5529262"/>
              <a:ext cx="938213" cy="338138"/>
            </a:xfrm>
            <a:prstGeom prst="flowChartTerminator">
              <a:avLst/>
            </a:prstGeom>
            <a:solidFill>
              <a:schemeClr val="accent3">
                <a:lumMod val="60000"/>
                <a:lumOff val="40000"/>
              </a:schemeClr>
            </a:solidFill>
            <a:ln w="9525">
              <a:solidFill>
                <a:srgbClr val="000000"/>
              </a:solidFill>
              <a:miter lim="800000"/>
              <a:headEnd/>
              <a:tailEnd/>
            </a:ln>
          </p:spPr>
          <p:txBody>
            <a:bodyPr/>
            <a:lstStyle/>
            <a:p>
              <a:pPr algn="ctr"/>
              <a:r>
                <a:rPr lang="en-US" altLang="en-US" sz="1200" b="1"/>
                <a:t>Stop</a:t>
              </a:r>
              <a:endParaRPr lang="en-US" altLang="en-US"/>
            </a:p>
          </p:txBody>
        </p:sp>
        <p:sp>
          <p:nvSpPr>
            <p:cNvPr id="27" name="Line 19">
              <a:extLst>
                <a:ext uri="{FF2B5EF4-FFF2-40B4-BE49-F238E27FC236}">
                  <a16:creationId xmlns:a16="http://schemas.microsoft.com/office/drawing/2014/main" id="{6D161802-90D0-4B4E-933F-AB1BFCB66E48}"/>
                </a:ext>
              </a:extLst>
            </p:cNvPr>
            <p:cNvSpPr>
              <a:spLocks noChangeShapeType="1"/>
            </p:cNvSpPr>
            <p:nvPr/>
          </p:nvSpPr>
          <p:spPr bwMode="auto">
            <a:xfrm>
              <a:off x="5257800" y="5359399"/>
              <a:ext cx="2695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Line 20">
              <a:extLst>
                <a:ext uri="{FF2B5EF4-FFF2-40B4-BE49-F238E27FC236}">
                  <a16:creationId xmlns:a16="http://schemas.microsoft.com/office/drawing/2014/main" id="{1FC9F4C0-DFF3-4752-BAD9-F88E7F1DE263}"/>
                </a:ext>
              </a:extLst>
            </p:cNvPr>
            <p:cNvSpPr>
              <a:spLocks noChangeShapeType="1"/>
            </p:cNvSpPr>
            <p:nvPr/>
          </p:nvSpPr>
          <p:spPr bwMode="auto">
            <a:xfrm flipV="1">
              <a:off x="5257800" y="5105399"/>
              <a:ext cx="0" cy="254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21">
              <a:extLst>
                <a:ext uri="{FF2B5EF4-FFF2-40B4-BE49-F238E27FC236}">
                  <a16:creationId xmlns:a16="http://schemas.microsoft.com/office/drawing/2014/main" id="{19ACDAF9-86F9-4561-9D3F-B3BF5FBEB160}"/>
                </a:ext>
              </a:extLst>
            </p:cNvPr>
            <p:cNvSpPr>
              <a:spLocks noChangeShapeType="1"/>
            </p:cNvSpPr>
            <p:nvPr/>
          </p:nvSpPr>
          <p:spPr bwMode="auto">
            <a:xfrm flipV="1">
              <a:off x="7953375" y="5105399"/>
              <a:ext cx="0" cy="254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22">
              <a:extLst>
                <a:ext uri="{FF2B5EF4-FFF2-40B4-BE49-F238E27FC236}">
                  <a16:creationId xmlns:a16="http://schemas.microsoft.com/office/drawing/2014/main" id="{75A0F3B8-1AFF-4684-BD45-0F0179AA4C11}"/>
                </a:ext>
              </a:extLst>
            </p:cNvPr>
            <p:cNvSpPr>
              <a:spLocks noChangeShapeType="1"/>
            </p:cNvSpPr>
            <p:nvPr/>
          </p:nvSpPr>
          <p:spPr bwMode="auto">
            <a:xfrm>
              <a:off x="7483475" y="3919537"/>
              <a:ext cx="4540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23">
              <a:extLst>
                <a:ext uri="{FF2B5EF4-FFF2-40B4-BE49-F238E27FC236}">
                  <a16:creationId xmlns:a16="http://schemas.microsoft.com/office/drawing/2014/main" id="{E735D696-6B76-452B-BCF4-D84AE8591D40}"/>
                </a:ext>
              </a:extLst>
            </p:cNvPr>
            <p:cNvSpPr>
              <a:spLocks noChangeShapeType="1"/>
            </p:cNvSpPr>
            <p:nvPr/>
          </p:nvSpPr>
          <p:spPr bwMode="auto">
            <a:xfrm>
              <a:off x="7937500" y="3919537"/>
              <a:ext cx="0" cy="5937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 name="Line 24">
              <a:extLst>
                <a:ext uri="{FF2B5EF4-FFF2-40B4-BE49-F238E27FC236}">
                  <a16:creationId xmlns:a16="http://schemas.microsoft.com/office/drawing/2014/main" id="{E6241D65-3527-4E75-944E-4A05F68B6263}"/>
                </a:ext>
              </a:extLst>
            </p:cNvPr>
            <p:cNvSpPr>
              <a:spLocks noChangeShapeType="1"/>
            </p:cNvSpPr>
            <p:nvPr/>
          </p:nvSpPr>
          <p:spPr bwMode="auto">
            <a:xfrm>
              <a:off x="5257800" y="3919537"/>
              <a:ext cx="0" cy="5937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3" name="Line 26">
              <a:extLst>
                <a:ext uri="{FF2B5EF4-FFF2-40B4-BE49-F238E27FC236}">
                  <a16:creationId xmlns:a16="http://schemas.microsoft.com/office/drawing/2014/main" id="{0B1510F5-7FE4-4D75-87D4-2190D8DB0370}"/>
                </a:ext>
              </a:extLst>
            </p:cNvPr>
            <p:cNvSpPr>
              <a:spLocks noChangeShapeType="1"/>
            </p:cNvSpPr>
            <p:nvPr/>
          </p:nvSpPr>
          <p:spPr bwMode="auto">
            <a:xfrm>
              <a:off x="6543675" y="3243262"/>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Text Box 27">
              <a:extLst>
                <a:ext uri="{FF2B5EF4-FFF2-40B4-BE49-F238E27FC236}">
                  <a16:creationId xmlns:a16="http://schemas.microsoft.com/office/drawing/2014/main" id="{1B99EBA5-6AD9-49B1-A1D8-01B3335F22C0}"/>
                </a:ext>
              </a:extLst>
            </p:cNvPr>
            <p:cNvSpPr txBox="1">
              <a:spLocks noChangeArrowheads="1"/>
            </p:cNvSpPr>
            <p:nvPr/>
          </p:nvSpPr>
          <p:spPr bwMode="auto">
            <a:xfrm>
              <a:off x="7467600" y="3663949"/>
              <a:ext cx="469900" cy="25241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en-US" sz="1200" b="1"/>
                <a:t>Yes</a:t>
              </a:r>
              <a:endParaRPr lang="en-US" altLang="en-US"/>
            </a:p>
          </p:txBody>
        </p:sp>
        <p:sp>
          <p:nvSpPr>
            <p:cNvPr id="35" name="Text Box 28">
              <a:extLst>
                <a:ext uri="{FF2B5EF4-FFF2-40B4-BE49-F238E27FC236}">
                  <a16:creationId xmlns:a16="http://schemas.microsoft.com/office/drawing/2014/main" id="{6E24937D-A3E1-451F-ACC0-DC67442D291D}"/>
                </a:ext>
              </a:extLst>
            </p:cNvPr>
            <p:cNvSpPr txBox="1">
              <a:spLocks noChangeArrowheads="1"/>
            </p:cNvSpPr>
            <p:nvPr/>
          </p:nvSpPr>
          <p:spPr bwMode="auto">
            <a:xfrm>
              <a:off x="5181600" y="3638549"/>
              <a:ext cx="469900" cy="25400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en-US" sz="1200" b="1"/>
                <a:t>No</a:t>
              </a:r>
              <a:endParaRPr lang="en-US" altLang="en-US"/>
            </a:p>
          </p:txBody>
        </p:sp>
        <p:sp>
          <p:nvSpPr>
            <p:cNvPr id="36" name="Line 33">
              <a:extLst>
                <a:ext uri="{FF2B5EF4-FFF2-40B4-BE49-F238E27FC236}">
                  <a16:creationId xmlns:a16="http://schemas.microsoft.com/office/drawing/2014/main" id="{C7F2276B-F711-43D9-AB3B-4C5E2501137E}"/>
                </a:ext>
              </a:extLst>
            </p:cNvPr>
            <p:cNvSpPr>
              <a:spLocks noChangeShapeType="1"/>
            </p:cNvSpPr>
            <p:nvPr/>
          </p:nvSpPr>
          <p:spPr bwMode="auto">
            <a:xfrm>
              <a:off x="5257799" y="3917949"/>
              <a:ext cx="3476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TextBox 36">
              <a:extLst>
                <a:ext uri="{FF2B5EF4-FFF2-40B4-BE49-F238E27FC236}">
                  <a16:creationId xmlns:a16="http://schemas.microsoft.com/office/drawing/2014/main" id="{BA51AD6C-4BF3-44B1-AA3C-3FE418B66265}"/>
                </a:ext>
              </a:extLst>
            </p:cNvPr>
            <p:cNvSpPr txBox="1"/>
            <p:nvPr/>
          </p:nvSpPr>
          <p:spPr>
            <a:xfrm>
              <a:off x="5805487" y="3764622"/>
              <a:ext cx="1447800" cy="276999"/>
            </a:xfrm>
            <a:prstGeom prst="rect">
              <a:avLst/>
            </a:prstGeom>
            <a:noFill/>
          </p:spPr>
          <p:txBody>
            <a:bodyPr wrap="square" rtlCol="0">
              <a:spAutoFit/>
            </a:bodyPr>
            <a:lstStyle/>
            <a:p>
              <a:pPr algn="ctr"/>
              <a:r>
                <a:rPr lang="en-US" altLang="en-US" sz="1200" b="1"/>
                <a:t>GRADE &lt; 50 ?</a:t>
              </a:r>
              <a:endParaRPr lang="en-US" sz="1200"/>
            </a:p>
          </p:txBody>
        </p:sp>
      </p:grpSp>
      <p:grpSp>
        <p:nvGrpSpPr>
          <p:cNvPr id="38" name="Group 37">
            <a:extLst>
              <a:ext uri="{FF2B5EF4-FFF2-40B4-BE49-F238E27FC236}">
                <a16:creationId xmlns:a16="http://schemas.microsoft.com/office/drawing/2014/main" id="{9C9FFE28-8D25-4202-BB86-0EAB0D92329E}"/>
              </a:ext>
            </a:extLst>
          </p:cNvPr>
          <p:cNvGrpSpPr/>
          <p:nvPr/>
        </p:nvGrpSpPr>
        <p:grpSpPr>
          <a:xfrm>
            <a:off x="4463690" y="1849595"/>
            <a:ext cx="4527490" cy="4871880"/>
            <a:chOff x="3473510" y="1454149"/>
            <a:chExt cx="4527490" cy="4871880"/>
          </a:xfrm>
        </p:grpSpPr>
        <p:sp>
          <p:nvSpPr>
            <p:cNvPr id="39" name="AutoShape 9">
              <a:extLst>
                <a:ext uri="{FF2B5EF4-FFF2-40B4-BE49-F238E27FC236}">
                  <a16:creationId xmlns:a16="http://schemas.microsoft.com/office/drawing/2014/main" id="{AF4930E2-BF25-4C87-91E7-87346F436DE5}"/>
                </a:ext>
              </a:extLst>
            </p:cNvPr>
            <p:cNvSpPr>
              <a:spLocks noChangeArrowheads="1"/>
            </p:cNvSpPr>
            <p:nvPr/>
          </p:nvSpPr>
          <p:spPr bwMode="auto">
            <a:xfrm>
              <a:off x="6070600" y="1454149"/>
              <a:ext cx="939800" cy="338138"/>
            </a:xfrm>
            <a:prstGeom prst="flowChartTerminator">
              <a:avLst/>
            </a:prstGeom>
            <a:solidFill>
              <a:schemeClr val="accent3">
                <a:lumMod val="60000"/>
                <a:lumOff val="40000"/>
              </a:schemeClr>
            </a:solidFill>
            <a:ln w="9525">
              <a:solidFill>
                <a:srgbClr val="000000"/>
              </a:solidFill>
              <a:miter lim="800000"/>
              <a:headEnd/>
              <a:tailEnd/>
            </a:ln>
          </p:spPr>
          <p:txBody>
            <a:bodyPr/>
            <a:lstStyle/>
            <a:p>
              <a:pPr algn="ctr"/>
              <a:r>
                <a:rPr lang="en-US" altLang="en-US" sz="1200" b="1"/>
                <a:t>Start</a:t>
              </a:r>
              <a:endParaRPr lang="en-US" altLang="en-US"/>
            </a:p>
          </p:txBody>
        </p:sp>
        <p:sp>
          <p:nvSpPr>
            <p:cNvPr id="40" name="Line 10">
              <a:extLst>
                <a:ext uri="{FF2B5EF4-FFF2-40B4-BE49-F238E27FC236}">
                  <a16:creationId xmlns:a16="http://schemas.microsoft.com/office/drawing/2014/main" id="{9218E325-E690-44C6-8342-5505D61422F1}"/>
                </a:ext>
              </a:extLst>
            </p:cNvPr>
            <p:cNvSpPr>
              <a:spLocks noChangeShapeType="1"/>
            </p:cNvSpPr>
            <p:nvPr/>
          </p:nvSpPr>
          <p:spPr bwMode="auto">
            <a:xfrm>
              <a:off x="6540500" y="1792287"/>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 name="AutoShape 11">
              <a:extLst>
                <a:ext uri="{FF2B5EF4-FFF2-40B4-BE49-F238E27FC236}">
                  <a16:creationId xmlns:a16="http://schemas.microsoft.com/office/drawing/2014/main" id="{69716BE6-16B6-404F-BA4D-F14521445E7E}"/>
                </a:ext>
              </a:extLst>
            </p:cNvPr>
            <p:cNvSpPr>
              <a:spLocks noChangeArrowheads="1"/>
            </p:cNvSpPr>
            <p:nvPr/>
          </p:nvSpPr>
          <p:spPr bwMode="auto">
            <a:xfrm>
              <a:off x="5870913" y="2057797"/>
              <a:ext cx="1330718" cy="327024"/>
            </a:xfrm>
            <a:prstGeom prst="flowChartInputOutput">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Input N</a:t>
              </a:r>
              <a:endParaRPr lang="en-US" altLang="en-US"/>
            </a:p>
          </p:txBody>
        </p:sp>
        <p:sp>
          <p:nvSpPr>
            <p:cNvPr id="42" name="AutoShape 12">
              <a:extLst>
                <a:ext uri="{FF2B5EF4-FFF2-40B4-BE49-F238E27FC236}">
                  <a16:creationId xmlns:a16="http://schemas.microsoft.com/office/drawing/2014/main" id="{C1995510-A624-4A34-ADFA-4F0C2864B8F1}"/>
                </a:ext>
              </a:extLst>
            </p:cNvPr>
            <p:cNvSpPr>
              <a:spLocks noChangeArrowheads="1"/>
            </p:cNvSpPr>
            <p:nvPr/>
          </p:nvSpPr>
          <p:spPr bwMode="auto">
            <a:xfrm>
              <a:off x="5914229" y="2624136"/>
              <a:ext cx="1235074" cy="434976"/>
            </a:xfrm>
            <a:prstGeom prst="flowChartProcess">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SUM </a:t>
              </a:r>
              <a:r>
                <a:rPr lang="en-US" altLang="en-US" sz="1200" b="1">
                  <a:sym typeface="Symbol" panose="05050102010706020507" pitchFamily="18" charset="2"/>
                </a:rPr>
                <a:t> </a:t>
              </a:r>
              <a:r>
                <a:rPr lang="en-US" altLang="en-US" sz="1200" b="1"/>
                <a:t>0</a:t>
              </a:r>
            </a:p>
            <a:p>
              <a:pPr algn="ctr"/>
              <a:r>
                <a:rPr lang="en-US" altLang="en-US" sz="1200" b="1" err="1"/>
                <a:t>i</a:t>
              </a:r>
              <a:r>
                <a:rPr lang="en-US" altLang="en-US" sz="1200" b="1"/>
                <a:t> </a:t>
              </a:r>
              <a:r>
                <a:rPr lang="en-US" altLang="en-US" sz="1200" b="1">
                  <a:sym typeface="Symbol" panose="05050102010706020507" pitchFamily="18" charset="2"/>
                </a:rPr>
                <a:t></a:t>
              </a:r>
              <a:r>
                <a:rPr lang="en-US" altLang="en-US" sz="1200" b="1"/>
                <a:t> 0</a:t>
              </a:r>
            </a:p>
          </p:txBody>
        </p:sp>
        <p:sp>
          <p:nvSpPr>
            <p:cNvPr id="43" name="Line 13">
              <a:extLst>
                <a:ext uri="{FF2B5EF4-FFF2-40B4-BE49-F238E27FC236}">
                  <a16:creationId xmlns:a16="http://schemas.microsoft.com/office/drawing/2014/main" id="{40B1D70F-7194-422D-A23F-EA712EB33CBE}"/>
                </a:ext>
              </a:extLst>
            </p:cNvPr>
            <p:cNvSpPr>
              <a:spLocks noChangeShapeType="1"/>
            </p:cNvSpPr>
            <p:nvPr/>
          </p:nvSpPr>
          <p:spPr bwMode="auto">
            <a:xfrm>
              <a:off x="6543678" y="2381250"/>
              <a:ext cx="0" cy="24288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4" name="AutoShape 16">
              <a:extLst>
                <a:ext uri="{FF2B5EF4-FFF2-40B4-BE49-F238E27FC236}">
                  <a16:creationId xmlns:a16="http://schemas.microsoft.com/office/drawing/2014/main" id="{5078A9F9-E8CF-47F3-9684-2699BFA3863F}"/>
                </a:ext>
              </a:extLst>
            </p:cNvPr>
            <p:cNvSpPr>
              <a:spLocks noChangeArrowheads="1"/>
            </p:cNvSpPr>
            <p:nvPr/>
          </p:nvSpPr>
          <p:spPr bwMode="auto">
            <a:xfrm>
              <a:off x="3695543" y="5300677"/>
              <a:ext cx="971644" cy="436559"/>
            </a:xfrm>
            <a:prstGeom prst="flowChartDisplay">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Print AVG</a:t>
              </a:r>
              <a:endParaRPr lang="en-US" altLang="en-US"/>
            </a:p>
          </p:txBody>
        </p:sp>
        <p:sp>
          <p:nvSpPr>
            <p:cNvPr id="45" name="AutoShape 18">
              <a:extLst>
                <a:ext uri="{FF2B5EF4-FFF2-40B4-BE49-F238E27FC236}">
                  <a16:creationId xmlns:a16="http://schemas.microsoft.com/office/drawing/2014/main" id="{8B59958F-F0EC-490B-886A-0E4F03A7D02D}"/>
                </a:ext>
              </a:extLst>
            </p:cNvPr>
            <p:cNvSpPr>
              <a:spLocks noChangeArrowheads="1"/>
            </p:cNvSpPr>
            <p:nvPr/>
          </p:nvSpPr>
          <p:spPr bwMode="auto">
            <a:xfrm>
              <a:off x="3712258" y="5987891"/>
              <a:ext cx="938213" cy="338138"/>
            </a:xfrm>
            <a:prstGeom prst="flowChartTerminator">
              <a:avLst/>
            </a:prstGeom>
            <a:solidFill>
              <a:schemeClr val="accent3">
                <a:lumMod val="60000"/>
                <a:lumOff val="40000"/>
              </a:schemeClr>
            </a:solidFill>
            <a:ln w="9525">
              <a:solidFill>
                <a:srgbClr val="000000"/>
              </a:solidFill>
              <a:miter lim="800000"/>
              <a:headEnd/>
              <a:tailEnd/>
            </a:ln>
          </p:spPr>
          <p:txBody>
            <a:bodyPr/>
            <a:lstStyle/>
            <a:p>
              <a:pPr algn="ctr"/>
              <a:r>
                <a:rPr lang="en-US" altLang="en-US" sz="1200" b="1"/>
                <a:t>Stop</a:t>
              </a:r>
              <a:endParaRPr lang="en-US" altLang="en-US"/>
            </a:p>
          </p:txBody>
        </p:sp>
        <p:sp>
          <p:nvSpPr>
            <p:cNvPr id="46" name="Line 23">
              <a:extLst>
                <a:ext uri="{FF2B5EF4-FFF2-40B4-BE49-F238E27FC236}">
                  <a16:creationId xmlns:a16="http://schemas.microsoft.com/office/drawing/2014/main" id="{58990537-E317-4F65-885B-6FEECD966B7F}"/>
                </a:ext>
              </a:extLst>
            </p:cNvPr>
            <p:cNvSpPr>
              <a:spLocks noChangeShapeType="1"/>
            </p:cNvSpPr>
            <p:nvPr/>
          </p:nvSpPr>
          <p:spPr bwMode="auto">
            <a:xfrm flipH="1">
              <a:off x="4889444" y="4820443"/>
              <a:ext cx="106729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 name="Line 26">
              <a:extLst>
                <a:ext uri="{FF2B5EF4-FFF2-40B4-BE49-F238E27FC236}">
                  <a16:creationId xmlns:a16="http://schemas.microsoft.com/office/drawing/2014/main" id="{BFE9B3D5-067D-4083-B87A-8631A6D350B9}"/>
                </a:ext>
              </a:extLst>
            </p:cNvPr>
            <p:cNvSpPr>
              <a:spLocks noChangeShapeType="1"/>
            </p:cNvSpPr>
            <p:nvPr/>
          </p:nvSpPr>
          <p:spPr bwMode="auto">
            <a:xfrm>
              <a:off x="6543675" y="3059112"/>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 name="Text Box 27">
              <a:extLst>
                <a:ext uri="{FF2B5EF4-FFF2-40B4-BE49-F238E27FC236}">
                  <a16:creationId xmlns:a16="http://schemas.microsoft.com/office/drawing/2014/main" id="{CD785937-6817-4076-A802-7EFB9FFE3669}"/>
                </a:ext>
              </a:extLst>
            </p:cNvPr>
            <p:cNvSpPr txBox="1">
              <a:spLocks noChangeArrowheads="1"/>
            </p:cNvSpPr>
            <p:nvPr/>
          </p:nvSpPr>
          <p:spPr bwMode="auto">
            <a:xfrm>
              <a:off x="7479248" y="4525173"/>
              <a:ext cx="469900" cy="25241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en-US" sz="1200" b="1"/>
                <a:t>No</a:t>
              </a:r>
              <a:endParaRPr lang="en-US" altLang="en-US"/>
            </a:p>
          </p:txBody>
        </p:sp>
        <p:sp>
          <p:nvSpPr>
            <p:cNvPr id="49" name="Text Box 28">
              <a:extLst>
                <a:ext uri="{FF2B5EF4-FFF2-40B4-BE49-F238E27FC236}">
                  <a16:creationId xmlns:a16="http://schemas.microsoft.com/office/drawing/2014/main" id="{DEC4AF29-6509-419F-8C8B-C6BDE27E4301}"/>
                </a:ext>
              </a:extLst>
            </p:cNvPr>
            <p:cNvSpPr txBox="1">
              <a:spLocks noChangeArrowheads="1"/>
            </p:cNvSpPr>
            <p:nvPr/>
          </p:nvSpPr>
          <p:spPr bwMode="auto">
            <a:xfrm>
              <a:off x="5118513" y="4568879"/>
              <a:ext cx="469900" cy="25400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en-US" sz="1200" b="1"/>
                <a:t>Yes</a:t>
              </a:r>
              <a:endParaRPr lang="en-US" altLang="en-US"/>
            </a:p>
          </p:txBody>
        </p:sp>
        <p:sp>
          <p:nvSpPr>
            <p:cNvPr id="50" name="Line 33">
              <a:extLst>
                <a:ext uri="{FF2B5EF4-FFF2-40B4-BE49-F238E27FC236}">
                  <a16:creationId xmlns:a16="http://schemas.microsoft.com/office/drawing/2014/main" id="{A5447D88-175C-4D39-8039-46F36F27F67B}"/>
                </a:ext>
              </a:extLst>
            </p:cNvPr>
            <p:cNvSpPr>
              <a:spLocks noChangeShapeType="1"/>
            </p:cNvSpPr>
            <p:nvPr/>
          </p:nvSpPr>
          <p:spPr bwMode="auto">
            <a:xfrm>
              <a:off x="6540500" y="3178175"/>
              <a:ext cx="1460500" cy="0"/>
            </a:xfrm>
            <a:prstGeom prst="line">
              <a:avLst/>
            </a:prstGeom>
            <a:noFill/>
            <a:ln w="9525">
              <a:solidFill>
                <a:srgbClr val="000000"/>
              </a:solidFill>
              <a:round/>
              <a:headEnd type="triangle"/>
              <a:tailEnd/>
            </a:ln>
            <a:extLst>
              <a:ext uri="{909E8E84-426E-40DD-AFC4-6F175D3DCCD1}">
                <a14:hiddenFill xmlns:a14="http://schemas.microsoft.com/office/drawing/2010/main">
                  <a:noFill/>
                </a14:hiddenFill>
              </a:ext>
            </a:extLst>
          </p:spPr>
          <p:txBody>
            <a:bodyPr/>
            <a:lstStyle/>
            <a:p>
              <a:endParaRPr lang="en-US"/>
            </a:p>
          </p:txBody>
        </p:sp>
        <p:sp>
          <p:nvSpPr>
            <p:cNvPr id="51" name="AutoShape 12">
              <a:extLst>
                <a:ext uri="{FF2B5EF4-FFF2-40B4-BE49-F238E27FC236}">
                  <a16:creationId xmlns:a16="http://schemas.microsoft.com/office/drawing/2014/main" id="{8DC62CAA-63AC-4155-8354-616B3D41771D}"/>
                </a:ext>
              </a:extLst>
            </p:cNvPr>
            <p:cNvSpPr>
              <a:spLocks noChangeArrowheads="1"/>
            </p:cNvSpPr>
            <p:nvPr/>
          </p:nvSpPr>
          <p:spPr bwMode="auto">
            <a:xfrm>
              <a:off x="5823288" y="3871115"/>
              <a:ext cx="1415711" cy="434976"/>
            </a:xfrm>
            <a:prstGeom prst="flowChartProcess">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SUM </a:t>
              </a:r>
              <a:r>
                <a:rPr lang="en-US" altLang="en-US" sz="1200" b="1">
                  <a:sym typeface="Symbol" panose="05050102010706020507" pitchFamily="18" charset="2"/>
                </a:rPr>
                <a:t> SUM + A</a:t>
              </a:r>
            </a:p>
            <a:p>
              <a:pPr algn="ctr"/>
              <a:r>
                <a:rPr lang="en-US" altLang="en-US" sz="1200" b="1" err="1">
                  <a:sym typeface="Symbol" panose="05050102010706020507" pitchFamily="18" charset="2"/>
                </a:rPr>
                <a:t>i</a:t>
              </a:r>
              <a:r>
                <a:rPr lang="en-US" altLang="en-US" sz="1200" b="1">
                  <a:sym typeface="Symbol" panose="05050102010706020507" pitchFamily="18" charset="2"/>
                </a:rPr>
                <a:t>  </a:t>
              </a:r>
              <a:r>
                <a:rPr lang="en-US" altLang="en-US" sz="1200" b="1" err="1">
                  <a:sym typeface="Symbol" panose="05050102010706020507" pitchFamily="18" charset="2"/>
                </a:rPr>
                <a:t>i</a:t>
              </a:r>
              <a:r>
                <a:rPr lang="en-US" altLang="en-US" sz="1200" b="1">
                  <a:sym typeface="Symbol" panose="05050102010706020507" pitchFamily="18" charset="2"/>
                </a:rPr>
                <a:t> + 1</a:t>
              </a:r>
              <a:endParaRPr lang="en-US" altLang="en-US" sz="1200" b="1"/>
            </a:p>
          </p:txBody>
        </p:sp>
        <p:sp>
          <p:nvSpPr>
            <p:cNvPr id="52" name="AutoShape 11">
              <a:extLst>
                <a:ext uri="{FF2B5EF4-FFF2-40B4-BE49-F238E27FC236}">
                  <a16:creationId xmlns:a16="http://schemas.microsoft.com/office/drawing/2014/main" id="{B1B87871-1240-4B62-9CC7-14D8E8DD740F}"/>
                </a:ext>
              </a:extLst>
            </p:cNvPr>
            <p:cNvSpPr>
              <a:spLocks noChangeArrowheads="1"/>
            </p:cNvSpPr>
            <p:nvPr/>
          </p:nvSpPr>
          <p:spPr bwMode="auto">
            <a:xfrm>
              <a:off x="5870913" y="3304377"/>
              <a:ext cx="1330718" cy="327022"/>
            </a:xfrm>
            <a:prstGeom prst="flowChartInputOutput">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Input A</a:t>
              </a:r>
              <a:endParaRPr lang="en-US" altLang="en-US"/>
            </a:p>
          </p:txBody>
        </p:sp>
        <p:sp>
          <p:nvSpPr>
            <p:cNvPr id="53" name="Line 21">
              <a:extLst>
                <a:ext uri="{FF2B5EF4-FFF2-40B4-BE49-F238E27FC236}">
                  <a16:creationId xmlns:a16="http://schemas.microsoft.com/office/drawing/2014/main" id="{218555F2-2F59-4DAD-8442-3F11E10760CA}"/>
                </a:ext>
              </a:extLst>
            </p:cNvPr>
            <p:cNvSpPr>
              <a:spLocks noChangeShapeType="1"/>
            </p:cNvSpPr>
            <p:nvPr/>
          </p:nvSpPr>
          <p:spPr bwMode="auto">
            <a:xfrm flipV="1">
              <a:off x="8001000" y="3178175"/>
              <a:ext cx="0" cy="16422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 name="Line 33">
              <a:extLst>
                <a:ext uri="{FF2B5EF4-FFF2-40B4-BE49-F238E27FC236}">
                  <a16:creationId xmlns:a16="http://schemas.microsoft.com/office/drawing/2014/main" id="{DDF3EE9A-43CE-4650-A6BD-0D0E0D16F5D6}"/>
                </a:ext>
              </a:extLst>
            </p:cNvPr>
            <p:cNvSpPr>
              <a:spLocks noChangeShapeType="1"/>
            </p:cNvSpPr>
            <p:nvPr/>
          </p:nvSpPr>
          <p:spPr bwMode="auto">
            <a:xfrm>
              <a:off x="7149303" y="4820451"/>
              <a:ext cx="85169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 name="Line 10">
              <a:extLst>
                <a:ext uri="{FF2B5EF4-FFF2-40B4-BE49-F238E27FC236}">
                  <a16:creationId xmlns:a16="http://schemas.microsoft.com/office/drawing/2014/main" id="{04B197A7-8D2D-4408-9CBA-610093D83E12}"/>
                </a:ext>
              </a:extLst>
            </p:cNvPr>
            <p:cNvSpPr>
              <a:spLocks noChangeShapeType="1"/>
            </p:cNvSpPr>
            <p:nvPr/>
          </p:nvSpPr>
          <p:spPr bwMode="auto">
            <a:xfrm>
              <a:off x="6540500" y="3625850"/>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 name="Line 10">
              <a:extLst>
                <a:ext uri="{FF2B5EF4-FFF2-40B4-BE49-F238E27FC236}">
                  <a16:creationId xmlns:a16="http://schemas.microsoft.com/office/drawing/2014/main" id="{12B8C58A-D081-4439-976D-13C8C4A43609}"/>
                </a:ext>
              </a:extLst>
            </p:cNvPr>
            <p:cNvSpPr>
              <a:spLocks noChangeShapeType="1"/>
            </p:cNvSpPr>
            <p:nvPr/>
          </p:nvSpPr>
          <p:spPr bwMode="auto">
            <a:xfrm>
              <a:off x="6540500" y="4306091"/>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7" name="AutoShape 14">
              <a:extLst>
                <a:ext uri="{FF2B5EF4-FFF2-40B4-BE49-F238E27FC236}">
                  <a16:creationId xmlns:a16="http://schemas.microsoft.com/office/drawing/2014/main" id="{7233C6EF-B51D-40E5-B43B-004D4D36110C}"/>
                </a:ext>
              </a:extLst>
            </p:cNvPr>
            <p:cNvSpPr>
              <a:spLocks noChangeArrowheads="1"/>
            </p:cNvSpPr>
            <p:nvPr/>
          </p:nvSpPr>
          <p:spPr bwMode="auto">
            <a:xfrm>
              <a:off x="5884257" y="4572852"/>
              <a:ext cx="1326168" cy="480963"/>
            </a:xfrm>
            <a:prstGeom prst="flowChartDecision">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err="1"/>
                <a:t>i</a:t>
              </a:r>
              <a:r>
                <a:rPr lang="en-US" altLang="en-US" sz="1200" b="1"/>
                <a:t> = N ?</a:t>
              </a:r>
              <a:endParaRPr lang="en-US" sz="1200" b="1"/>
            </a:p>
          </p:txBody>
        </p:sp>
        <p:sp>
          <p:nvSpPr>
            <p:cNvPr id="58" name="AutoShape 12">
              <a:extLst>
                <a:ext uri="{FF2B5EF4-FFF2-40B4-BE49-F238E27FC236}">
                  <a16:creationId xmlns:a16="http://schemas.microsoft.com/office/drawing/2014/main" id="{9E513002-C042-47B9-88A4-CB3A2ED84CF9}"/>
                </a:ext>
              </a:extLst>
            </p:cNvPr>
            <p:cNvSpPr>
              <a:spLocks noChangeArrowheads="1"/>
            </p:cNvSpPr>
            <p:nvPr/>
          </p:nvSpPr>
          <p:spPr bwMode="auto">
            <a:xfrm>
              <a:off x="3473510" y="4595845"/>
              <a:ext cx="1415711" cy="434976"/>
            </a:xfrm>
            <a:prstGeom prst="flowChartProcess">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AVG </a:t>
              </a:r>
              <a:r>
                <a:rPr lang="en-US" altLang="en-US" sz="1200" b="1">
                  <a:sym typeface="Symbol" panose="05050102010706020507" pitchFamily="18" charset="2"/>
                </a:rPr>
                <a:t> SUM / N</a:t>
              </a:r>
              <a:endParaRPr lang="en-US" altLang="en-US" sz="1200" b="1"/>
            </a:p>
          </p:txBody>
        </p:sp>
        <p:sp>
          <p:nvSpPr>
            <p:cNvPr id="59" name="Line 10">
              <a:extLst>
                <a:ext uri="{FF2B5EF4-FFF2-40B4-BE49-F238E27FC236}">
                  <a16:creationId xmlns:a16="http://schemas.microsoft.com/office/drawing/2014/main" id="{282CE599-1239-41A2-90CB-172660FF7B00}"/>
                </a:ext>
              </a:extLst>
            </p:cNvPr>
            <p:cNvSpPr>
              <a:spLocks noChangeShapeType="1"/>
            </p:cNvSpPr>
            <p:nvPr/>
          </p:nvSpPr>
          <p:spPr bwMode="auto">
            <a:xfrm>
              <a:off x="4187714" y="5030821"/>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0" name="Line 10">
              <a:extLst>
                <a:ext uri="{FF2B5EF4-FFF2-40B4-BE49-F238E27FC236}">
                  <a16:creationId xmlns:a16="http://schemas.microsoft.com/office/drawing/2014/main" id="{5694DD1E-9CCF-429E-9393-5CF4F3F78F97}"/>
                </a:ext>
              </a:extLst>
            </p:cNvPr>
            <p:cNvSpPr>
              <a:spLocks noChangeShapeType="1"/>
            </p:cNvSpPr>
            <p:nvPr/>
          </p:nvSpPr>
          <p:spPr bwMode="auto">
            <a:xfrm>
              <a:off x="4187603" y="5737236"/>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1632954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25</a:t>
            </a:fld>
            <a:endParaRPr lang="en-US"/>
          </a:p>
        </p:txBody>
      </p:sp>
      <p:sp>
        <p:nvSpPr>
          <p:cNvPr id="2" name="Title 1"/>
          <p:cNvSpPr>
            <a:spLocks noGrp="1"/>
          </p:cNvSpPr>
          <p:nvPr>
            <p:ph type="title"/>
          </p:nvPr>
        </p:nvSpPr>
        <p:spPr/>
        <p:txBody>
          <a:bodyPr/>
          <a:lstStyle/>
          <a:p>
            <a:r>
              <a:rPr lang="en-US" altLang="en-US" err="1"/>
              <a:t>Ngôn</a:t>
            </a:r>
            <a:r>
              <a:rPr lang="en-US" altLang="en-US"/>
              <a:t> </a:t>
            </a:r>
            <a:r>
              <a:rPr lang="en-US" altLang="en-US" err="1"/>
              <a:t>ngữ</a:t>
            </a:r>
            <a:r>
              <a:rPr lang="en-US" altLang="en-US"/>
              <a:t> </a:t>
            </a:r>
            <a:r>
              <a:rPr lang="en-US" altLang="en-US" err="1"/>
              <a:t>tựa</a:t>
            </a:r>
            <a:r>
              <a:rPr lang="en-US" altLang="en-US"/>
              <a:t> </a:t>
            </a:r>
            <a:r>
              <a:rPr lang="en-US" altLang="en-US" err="1"/>
              <a:t>lập</a:t>
            </a:r>
            <a:r>
              <a:rPr lang="en-US" altLang="en-US"/>
              <a:t> </a:t>
            </a:r>
            <a:r>
              <a:rPr lang="en-US" altLang="en-US" err="1"/>
              <a:t>trình</a:t>
            </a:r>
            <a:r>
              <a:rPr lang="en-US" altLang="en-US"/>
              <a:t> (</a:t>
            </a:r>
            <a:r>
              <a:rPr lang="en-US" altLang="en-US" err="1"/>
              <a:t>giả</a:t>
            </a:r>
            <a:r>
              <a:rPr lang="en-US" altLang="en-US"/>
              <a:t> </a:t>
            </a:r>
            <a:r>
              <a:rPr lang="en-US" altLang="en-US" err="1"/>
              <a:t>mã</a:t>
            </a:r>
            <a:r>
              <a:rPr lang="en-US" altLang="en-US"/>
              <a:t>, pseudo code)</a:t>
            </a:r>
            <a:endParaRPr lang="en-US"/>
          </a:p>
        </p:txBody>
      </p:sp>
      <p:sp>
        <p:nvSpPr>
          <p:cNvPr id="3" name="Content Placeholder 2"/>
          <p:cNvSpPr>
            <a:spLocks noGrp="1"/>
          </p:cNvSpPr>
          <p:nvPr>
            <p:ph type="body" sz="quarter" idx="13"/>
          </p:nvPr>
        </p:nvSpPr>
        <p:spPr/>
        <p:txBody>
          <a:bodyPr/>
          <a:lstStyle/>
          <a:p>
            <a:r>
              <a:rPr lang="vi-VN" sz="2400"/>
              <a:t>Ngôn ngữ nhân tạo và không chính thức giúp lập trình viên phát triển các thuật toán </a:t>
            </a:r>
            <a:endParaRPr lang="en-US" sz="2400"/>
          </a:p>
          <a:p>
            <a:r>
              <a:rPr lang="vi-VN" sz="2400"/>
              <a:t>Có thể là sự kết hợp của ngôn ngữ máy tính và ngôn ngữ nói </a:t>
            </a:r>
            <a:endParaRPr lang="en-US" sz="2400"/>
          </a:p>
          <a:p>
            <a:r>
              <a:rPr lang="en-US" sz="2400" err="1"/>
              <a:t>Giả</a:t>
            </a:r>
            <a:r>
              <a:rPr lang="en-US" sz="2400"/>
              <a:t> </a:t>
            </a:r>
            <a:r>
              <a:rPr lang="en-US" sz="2400" err="1"/>
              <a:t>mã</a:t>
            </a:r>
            <a:r>
              <a:rPr lang="en-US" sz="2400"/>
              <a:t> </a:t>
            </a:r>
            <a:r>
              <a:rPr lang="en-US" sz="2400" err="1"/>
              <a:t>thường</a:t>
            </a:r>
            <a:r>
              <a:rPr lang="en-US" sz="2400"/>
              <a:t> </a:t>
            </a:r>
            <a:r>
              <a:rPr lang="en-US" sz="2400" err="1"/>
              <a:t>gồm</a:t>
            </a:r>
            <a:r>
              <a:rPr lang="en-US" sz="2400"/>
              <a:t>:</a:t>
            </a:r>
          </a:p>
          <a:p>
            <a:pPr lvl="1"/>
            <a:r>
              <a:rPr lang="en-US" sz="2000" err="1"/>
              <a:t>Khai</a:t>
            </a:r>
            <a:r>
              <a:rPr lang="en-US" sz="2000"/>
              <a:t> </a:t>
            </a:r>
            <a:r>
              <a:rPr lang="en-US" sz="2000" err="1"/>
              <a:t>báo</a:t>
            </a:r>
            <a:r>
              <a:rPr lang="en-US" sz="2000"/>
              <a:t> </a:t>
            </a:r>
            <a:r>
              <a:rPr lang="en-US" sz="2000" err="1"/>
              <a:t>kiểu</a:t>
            </a:r>
            <a:r>
              <a:rPr lang="en-US" sz="2000"/>
              <a:t> </a:t>
            </a:r>
            <a:r>
              <a:rPr lang="en-US" sz="2000" err="1"/>
              <a:t>mới</a:t>
            </a:r>
            <a:endParaRPr lang="en-US" sz="2000"/>
          </a:p>
          <a:p>
            <a:pPr lvl="1"/>
            <a:r>
              <a:rPr lang="en-US" sz="2000" err="1"/>
              <a:t>Khai</a:t>
            </a:r>
            <a:r>
              <a:rPr lang="en-US" sz="2000"/>
              <a:t> </a:t>
            </a:r>
            <a:r>
              <a:rPr lang="en-US" sz="2000" err="1"/>
              <a:t>báo</a:t>
            </a:r>
            <a:r>
              <a:rPr lang="en-US" sz="2000"/>
              <a:t> </a:t>
            </a:r>
            <a:r>
              <a:rPr lang="en-US" sz="2000" err="1"/>
              <a:t>đối</a:t>
            </a:r>
            <a:r>
              <a:rPr lang="en-US" sz="2000"/>
              <a:t> </a:t>
            </a:r>
            <a:r>
              <a:rPr lang="en-US" sz="2000" err="1"/>
              <a:t>tượng</a:t>
            </a:r>
            <a:r>
              <a:rPr lang="en-US" sz="2000"/>
              <a:t> </a:t>
            </a:r>
            <a:r>
              <a:rPr lang="en-US" sz="2000" err="1"/>
              <a:t>dữ</a:t>
            </a:r>
            <a:r>
              <a:rPr lang="en-US" sz="2000"/>
              <a:t> </a:t>
            </a:r>
            <a:r>
              <a:rPr lang="en-US" sz="2000" err="1"/>
              <a:t>liệu</a:t>
            </a:r>
            <a:endParaRPr lang="en-US" sz="2000"/>
          </a:p>
          <a:p>
            <a:pPr lvl="1"/>
            <a:r>
              <a:rPr lang="en-US" sz="2000" err="1"/>
              <a:t>Truy</a:t>
            </a:r>
            <a:r>
              <a:rPr lang="en-US" sz="2000"/>
              <a:t> </a:t>
            </a:r>
            <a:r>
              <a:rPr lang="en-US" sz="2000" err="1"/>
              <a:t>cập</a:t>
            </a:r>
            <a:r>
              <a:rPr lang="en-US" sz="2000"/>
              <a:t> </a:t>
            </a:r>
            <a:r>
              <a:rPr lang="en-US" sz="2000" err="1"/>
              <a:t>các</a:t>
            </a:r>
            <a:r>
              <a:rPr lang="en-US" sz="2000"/>
              <a:t> </a:t>
            </a:r>
            <a:r>
              <a:rPr lang="en-US" sz="2000" err="1"/>
              <a:t>thành</a:t>
            </a:r>
            <a:r>
              <a:rPr lang="en-US" sz="2000"/>
              <a:t> </a:t>
            </a:r>
            <a:r>
              <a:rPr lang="en-US" sz="2000" err="1"/>
              <a:t>phần</a:t>
            </a:r>
            <a:r>
              <a:rPr lang="en-US" sz="2000"/>
              <a:t> </a:t>
            </a:r>
            <a:r>
              <a:rPr lang="en-US" sz="2000" err="1"/>
              <a:t>đối</a:t>
            </a:r>
            <a:r>
              <a:rPr lang="en-US" sz="2000"/>
              <a:t> </a:t>
            </a:r>
            <a:r>
              <a:rPr lang="en-US" sz="2000" err="1"/>
              <a:t>tượng</a:t>
            </a:r>
            <a:r>
              <a:rPr lang="en-US" sz="2000"/>
              <a:t> </a:t>
            </a:r>
            <a:r>
              <a:rPr lang="en-US" sz="2000" err="1"/>
              <a:t>dữ</a:t>
            </a:r>
            <a:r>
              <a:rPr lang="en-US" sz="2000"/>
              <a:t> </a:t>
            </a:r>
            <a:r>
              <a:rPr lang="en-US" sz="2000" err="1"/>
              <a:t>liệu</a:t>
            </a:r>
            <a:endParaRPr lang="en-US" sz="2000"/>
          </a:p>
          <a:p>
            <a:pPr lvl="1"/>
            <a:r>
              <a:rPr lang="en-US" sz="2000" err="1"/>
              <a:t>Định</a:t>
            </a:r>
            <a:r>
              <a:rPr lang="en-US" sz="2000"/>
              <a:t> </a:t>
            </a:r>
            <a:r>
              <a:rPr lang="en-US" sz="2000" err="1"/>
              <a:t>nghĩa</a:t>
            </a:r>
            <a:r>
              <a:rPr lang="en-US" sz="2000"/>
              <a:t> </a:t>
            </a:r>
            <a:r>
              <a:rPr lang="en-US" sz="2000" err="1"/>
              <a:t>các</a:t>
            </a:r>
            <a:r>
              <a:rPr lang="en-US" sz="2000"/>
              <a:t> </a:t>
            </a:r>
            <a:r>
              <a:rPr lang="en-US" sz="2000" err="1"/>
              <a:t>thao</a:t>
            </a:r>
            <a:r>
              <a:rPr lang="en-US" sz="2000"/>
              <a:t> </a:t>
            </a:r>
            <a:r>
              <a:rPr lang="en-US" sz="2000" err="1"/>
              <a:t>tác</a:t>
            </a:r>
            <a:r>
              <a:rPr lang="en-US" sz="2000"/>
              <a:t> </a:t>
            </a:r>
            <a:r>
              <a:rPr lang="en-US" sz="2000" err="1"/>
              <a:t>trên</a:t>
            </a:r>
            <a:r>
              <a:rPr lang="en-US" sz="2000"/>
              <a:t> </a:t>
            </a:r>
            <a:r>
              <a:rPr lang="en-US" sz="2000" err="1"/>
              <a:t>kiểu</a:t>
            </a:r>
            <a:r>
              <a:rPr lang="en-US" sz="2000"/>
              <a:t> </a:t>
            </a:r>
            <a:r>
              <a:rPr lang="en-US" sz="2000" err="1"/>
              <a:t>dữ</a:t>
            </a:r>
            <a:r>
              <a:rPr lang="en-US" sz="2000"/>
              <a:t> </a:t>
            </a:r>
            <a:r>
              <a:rPr lang="en-US" sz="2000" err="1"/>
              <a:t>liệu</a:t>
            </a:r>
            <a:endParaRPr lang="en-US" sz="2000"/>
          </a:p>
          <a:p>
            <a:pPr lvl="1"/>
            <a:r>
              <a:rPr lang="en-US" sz="2000" err="1"/>
              <a:t>Các</a:t>
            </a:r>
            <a:r>
              <a:rPr lang="en-US" sz="2000"/>
              <a:t> </a:t>
            </a:r>
            <a:r>
              <a:rPr lang="en-US" sz="2000" err="1"/>
              <a:t>thao</a:t>
            </a:r>
            <a:r>
              <a:rPr lang="en-US" sz="2000"/>
              <a:t> </a:t>
            </a:r>
            <a:r>
              <a:rPr lang="en-US" sz="2000" err="1"/>
              <a:t>tác</a:t>
            </a:r>
            <a:r>
              <a:rPr lang="en-US" sz="2000"/>
              <a:t> </a:t>
            </a:r>
            <a:r>
              <a:rPr lang="en-US" sz="2000" err="1"/>
              <a:t>sử</a:t>
            </a:r>
            <a:r>
              <a:rPr lang="en-US" sz="2000"/>
              <a:t> </a:t>
            </a:r>
            <a:r>
              <a:rPr lang="en-US" sz="2000" err="1"/>
              <a:t>dụng</a:t>
            </a:r>
            <a:r>
              <a:rPr lang="en-US" sz="2000"/>
              <a:t>, </a:t>
            </a:r>
            <a:r>
              <a:rPr lang="en-US" sz="2000" err="1"/>
              <a:t>gọi</a:t>
            </a:r>
            <a:r>
              <a:rPr lang="en-US" sz="2000"/>
              <a:t>, v.v.</a:t>
            </a:r>
          </a:p>
        </p:txBody>
      </p:sp>
    </p:spTree>
    <p:extLst>
      <p:ext uri="{BB962C8B-B14F-4D97-AF65-F5344CB8AC3E}">
        <p14:creationId xmlns:p14="http://schemas.microsoft.com/office/powerpoint/2010/main" val="271744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26</a:t>
            </a:fld>
            <a:endParaRPr lang="en-US"/>
          </a:p>
        </p:txBody>
      </p:sp>
      <p:sp>
        <p:nvSpPr>
          <p:cNvPr id="2" name="Title 1"/>
          <p:cNvSpPr>
            <a:spLocks noGrp="1"/>
          </p:cNvSpPr>
          <p:nvPr>
            <p:ph type="title"/>
          </p:nvPr>
        </p:nvSpPr>
        <p:spPr/>
        <p:txBody>
          <a:bodyPr/>
          <a:lstStyle/>
          <a:p>
            <a:r>
              <a:rPr lang="en-US" altLang="en-US" err="1"/>
              <a:t>Ngôn</a:t>
            </a:r>
            <a:r>
              <a:rPr lang="en-US" altLang="en-US"/>
              <a:t> </a:t>
            </a:r>
            <a:r>
              <a:rPr lang="en-US" altLang="en-US" err="1"/>
              <a:t>ngữ</a:t>
            </a:r>
            <a:r>
              <a:rPr lang="en-US" altLang="en-US"/>
              <a:t> </a:t>
            </a:r>
            <a:r>
              <a:rPr lang="en-US" altLang="en-US" err="1"/>
              <a:t>tựa</a:t>
            </a:r>
            <a:r>
              <a:rPr lang="en-US" altLang="en-US"/>
              <a:t> </a:t>
            </a:r>
            <a:r>
              <a:rPr lang="en-US" altLang="en-US" err="1"/>
              <a:t>lập</a:t>
            </a:r>
            <a:r>
              <a:rPr lang="en-US" altLang="en-US"/>
              <a:t> </a:t>
            </a:r>
            <a:r>
              <a:rPr lang="en-US" altLang="en-US" err="1"/>
              <a:t>trình</a:t>
            </a:r>
            <a:r>
              <a:rPr lang="en-US" altLang="en-US"/>
              <a:t> (</a:t>
            </a:r>
            <a:r>
              <a:rPr lang="en-US" altLang="en-US" err="1"/>
              <a:t>giả</a:t>
            </a:r>
            <a:r>
              <a:rPr lang="en-US" altLang="en-US"/>
              <a:t> </a:t>
            </a:r>
            <a:r>
              <a:rPr lang="en-US" altLang="en-US" err="1"/>
              <a:t>mã</a:t>
            </a:r>
            <a:r>
              <a:rPr lang="en-US" altLang="en-US"/>
              <a:t>, pseudo code)</a:t>
            </a:r>
            <a:endParaRPr lang="en-US"/>
          </a:p>
        </p:txBody>
      </p:sp>
      <p:sp>
        <p:nvSpPr>
          <p:cNvPr id="3" name="Content Placeholder 2"/>
          <p:cNvSpPr>
            <a:spLocks noGrp="1"/>
          </p:cNvSpPr>
          <p:nvPr>
            <p:ph type="body" sz="quarter" idx="13"/>
          </p:nvPr>
        </p:nvSpPr>
        <p:spPr>
          <a:xfrm>
            <a:off x="234950" y="703822"/>
            <a:ext cx="8674100" cy="5132832"/>
          </a:xfrm>
        </p:spPr>
        <p:txBody>
          <a:bodyPr/>
          <a:lstStyle/>
          <a:p>
            <a:r>
              <a:rPr lang="en-US"/>
              <a:t>Thao </a:t>
            </a:r>
            <a:r>
              <a:rPr lang="en-US" err="1"/>
              <a:t>tác</a:t>
            </a:r>
            <a:r>
              <a:rPr lang="en-US"/>
              <a:t>:</a:t>
            </a:r>
          </a:p>
        </p:txBody>
      </p:sp>
      <p:sp>
        <p:nvSpPr>
          <p:cNvPr id="6" name="Rectangle 5"/>
          <p:cNvSpPr/>
          <p:nvPr/>
        </p:nvSpPr>
        <p:spPr>
          <a:xfrm>
            <a:off x="457200" y="1087847"/>
            <a:ext cx="7696200" cy="2646878"/>
          </a:xfrm>
          <a:prstGeom prst="rect">
            <a:avLst/>
          </a:prstGeom>
        </p:spPr>
        <p:txBody>
          <a:bodyPr wrap="square">
            <a:spAutoFit/>
          </a:bodyPr>
          <a:lstStyle/>
          <a:p>
            <a:r>
              <a:rPr lang="en-US" u="sng"/>
              <a:t>Assignment</a:t>
            </a:r>
            <a:endParaRPr lang="en-US" sz="1600" u="sng"/>
          </a:p>
          <a:p>
            <a:pPr lvl="1"/>
            <a:r>
              <a:rPr lang="en-CA" altLang="en-US" sz="1600">
                <a:latin typeface="Consolas" panose="020B0609020204030204" pitchFamily="49" charset="0"/>
              </a:rPr>
              <a:t>variable </a:t>
            </a:r>
            <a:r>
              <a:rPr lang="en-CA" altLang="en-US" sz="1600">
                <a:latin typeface="Consolas" panose="020B0609020204030204" pitchFamily="49" charset="0"/>
                <a:sym typeface="Wingdings" panose="05000000000000000000" pitchFamily="2" charset="2"/>
              </a:rPr>
              <a:t> expression</a:t>
            </a:r>
          </a:p>
          <a:p>
            <a:pPr lvl="1"/>
            <a:r>
              <a:rPr lang="en-CA" altLang="en-US" sz="1600" b="1">
                <a:latin typeface="Consolas" panose="020B0609020204030204" pitchFamily="49" charset="0"/>
                <a:sym typeface="Wingdings" panose="05000000000000000000" pitchFamily="2" charset="2"/>
              </a:rPr>
              <a:t>set</a:t>
            </a:r>
            <a:r>
              <a:rPr lang="en-CA" altLang="en-US" sz="1600">
                <a:latin typeface="Consolas" panose="020B0609020204030204" pitchFamily="49" charset="0"/>
                <a:sym typeface="Wingdings" panose="05000000000000000000" pitchFamily="2" charset="2"/>
              </a:rPr>
              <a:t> variable </a:t>
            </a:r>
            <a:r>
              <a:rPr lang="en-CA" altLang="en-US" sz="1600" b="1">
                <a:latin typeface="Consolas" panose="020B0609020204030204" pitchFamily="49" charset="0"/>
                <a:sym typeface="Wingdings" panose="05000000000000000000" pitchFamily="2" charset="2"/>
              </a:rPr>
              <a:t>to</a:t>
            </a:r>
            <a:r>
              <a:rPr lang="en-CA" altLang="en-US" sz="1600">
                <a:latin typeface="Consolas" panose="020B0609020204030204" pitchFamily="49" charset="0"/>
                <a:sym typeface="Wingdings" panose="05000000000000000000" pitchFamily="2" charset="2"/>
              </a:rPr>
              <a:t> value</a:t>
            </a:r>
            <a:endParaRPr lang="en-CA" altLang="en-US" sz="1600">
              <a:latin typeface="Consolas" panose="020B0609020204030204" pitchFamily="49" charset="0"/>
            </a:endParaRPr>
          </a:p>
          <a:p>
            <a:r>
              <a:rPr lang="en-US" u="sng"/>
              <a:t>if-then</a:t>
            </a:r>
            <a:endParaRPr lang="en-US" sz="1600" u="sng"/>
          </a:p>
          <a:p>
            <a:pPr lvl="1"/>
            <a:r>
              <a:rPr lang="en-US" sz="1600" b="1">
                <a:latin typeface="Consolas" panose="020B0609020204030204" pitchFamily="49" charset="0"/>
              </a:rPr>
              <a:t>if</a:t>
            </a:r>
            <a:r>
              <a:rPr lang="en-US" sz="1600">
                <a:latin typeface="Consolas" panose="020B0609020204030204" pitchFamily="49" charset="0"/>
              </a:rPr>
              <a:t> </a:t>
            </a:r>
            <a:r>
              <a:rPr lang="en-US" sz="1600" i="1">
                <a:latin typeface="Consolas" panose="020B0609020204030204" pitchFamily="49" charset="0"/>
              </a:rPr>
              <a:t>condition</a:t>
            </a:r>
            <a:r>
              <a:rPr lang="en-US" sz="1600">
                <a:latin typeface="Consolas" panose="020B0609020204030204" pitchFamily="49" charset="0"/>
              </a:rPr>
              <a:t> </a:t>
            </a:r>
            <a:r>
              <a:rPr lang="en-US" sz="1600" b="1">
                <a:latin typeface="Consolas" panose="020B0609020204030204" pitchFamily="49" charset="0"/>
              </a:rPr>
              <a:t>then</a:t>
            </a:r>
          </a:p>
          <a:p>
            <a:pPr lvl="1"/>
            <a:r>
              <a:rPr lang="en-US" sz="1600">
                <a:latin typeface="Consolas" panose="020B0609020204030204" pitchFamily="49" charset="0"/>
              </a:rPr>
              <a:t> 	</a:t>
            </a:r>
            <a:r>
              <a:rPr lang="en-US" sz="1600" i="1">
                <a:latin typeface="Consolas" panose="020B0609020204030204" pitchFamily="49" charset="0"/>
              </a:rPr>
              <a:t>statement</a:t>
            </a:r>
          </a:p>
          <a:p>
            <a:r>
              <a:rPr lang="en-US" u="sng"/>
              <a:t>if-then-else</a:t>
            </a:r>
            <a:endParaRPr lang="en-US" sz="1600" u="sng"/>
          </a:p>
          <a:p>
            <a:pPr lvl="1"/>
            <a:r>
              <a:rPr lang="en-US" sz="1600" b="1">
                <a:latin typeface="Consolas" panose="020B0609020204030204" pitchFamily="49" charset="0"/>
              </a:rPr>
              <a:t>if</a:t>
            </a:r>
            <a:r>
              <a:rPr lang="en-US" sz="1600">
                <a:latin typeface="Consolas" panose="020B0609020204030204" pitchFamily="49" charset="0"/>
              </a:rPr>
              <a:t> </a:t>
            </a:r>
            <a:r>
              <a:rPr lang="en-US" sz="1600" i="1">
                <a:latin typeface="Consolas" panose="020B0609020204030204" pitchFamily="49" charset="0"/>
              </a:rPr>
              <a:t>condition</a:t>
            </a:r>
            <a:r>
              <a:rPr lang="en-US" sz="1600">
                <a:latin typeface="Consolas" panose="020B0609020204030204" pitchFamily="49" charset="0"/>
              </a:rPr>
              <a:t> </a:t>
            </a:r>
            <a:r>
              <a:rPr lang="en-US" sz="1600" b="1">
                <a:latin typeface="Consolas" panose="020B0609020204030204" pitchFamily="49" charset="0"/>
              </a:rPr>
              <a:t>then</a:t>
            </a:r>
          </a:p>
          <a:p>
            <a:pPr lvl="1"/>
            <a:r>
              <a:rPr lang="en-US" sz="1600">
                <a:latin typeface="Consolas" panose="020B0609020204030204" pitchFamily="49" charset="0"/>
              </a:rPr>
              <a:t>	</a:t>
            </a:r>
            <a:r>
              <a:rPr lang="en-US" sz="1600" i="1">
                <a:latin typeface="Consolas" panose="020B0609020204030204" pitchFamily="49" charset="0"/>
              </a:rPr>
              <a:t>statement-#1</a:t>
            </a:r>
          </a:p>
          <a:p>
            <a:pPr marL="274638" lvl="1" indent="0">
              <a:buNone/>
            </a:pPr>
            <a:r>
              <a:rPr lang="en-US" sz="1600">
                <a:latin typeface="Consolas" panose="020B0609020204030204" pitchFamily="49" charset="0"/>
              </a:rPr>
              <a:t>  </a:t>
            </a:r>
            <a:r>
              <a:rPr lang="en-US" sz="1600" b="1">
                <a:latin typeface="Consolas" panose="020B0609020204030204" pitchFamily="49" charset="0"/>
              </a:rPr>
              <a:t>else</a:t>
            </a:r>
            <a:r>
              <a:rPr lang="en-US" sz="1600">
                <a:latin typeface="Consolas" panose="020B0609020204030204" pitchFamily="49" charset="0"/>
              </a:rPr>
              <a:t> </a:t>
            </a:r>
            <a:r>
              <a:rPr lang="en-US" sz="1600" i="1">
                <a:latin typeface="Consolas" panose="020B0609020204030204" pitchFamily="49" charset="0"/>
              </a:rPr>
              <a:t>statement-#2</a:t>
            </a:r>
          </a:p>
        </p:txBody>
      </p:sp>
      <p:sp>
        <p:nvSpPr>
          <p:cNvPr id="7" name="Rectangle 6"/>
          <p:cNvSpPr/>
          <p:nvPr/>
        </p:nvSpPr>
        <p:spPr>
          <a:xfrm>
            <a:off x="457200" y="3780272"/>
            <a:ext cx="4572000" cy="1846659"/>
          </a:xfrm>
          <a:prstGeom prst="rect">
            <a:avLst/>
          </a:prstGeom>
        </p:spPr>
        <p:txBody>
          <a:bodyPr>
            <a:spAutoFit/>
          </a:bodyPr>
          <a:lstStyle/>
          <a:p>
            <a:r>
              <a:rPr lang="en-US" u="sng"/>
              <a:t>Case-of</a:t>
            </a:r>
          </a:p>
          <a:p>
            <a:pPr lvl="1"/>
            <a:r>
              <a:rPr lang="en-US" sz="1600" b="1">
                <a:latin typeface="Consolas" panose="020B0609020204030204" pitchFamily="49" charset="0"/>
              </a:rPr>
              <a:t>case</a:t>
            </a:r>
            <a:r>
              <a:rPr lang="en-US" sz="1600">
                <a:latin typeface="Consolas" panose="020B0609020204030204" pitchFamily="49" charset="0"/>
              </a:rPr>
              <a:t> </a:t>
            </a:r>
            <a:r>
              <a:rPr lang="en-US" sz="1600" i="1">
                <a:latin typeface="Consolas" panose="020B0609020204030204" pitchFamily="49" charset="0"/>
              </a:rPr>
              <a:t>expression</a:t>
            </a:r>
            <a:r>
              <a:rPr lang="en-US" sz="1600">
                <a:latin typeface="Consolas" panose="020B0609020204030204" pitchFamily="49" charset="0"/>
              </a:rPr>
              <a:t> </a:t>
            </a:r>
            <a:r>
              <a:rPr lang="en-US" sz="1600" b="1">
                <a:latin typeface="Consolas" panose="020B0609020204030204" pitchFamily="49" charset="0"/>
              </a:rPr>
              <a:t>of</a:t>
            </a:r>
          </a:p>
          <a:p>
            <a:pPr marL="274638" lvl="1" indent="0">
              <a:buNone/>
            </a:pPr>
            <a:r>
              <a:rPr lang="en-US" sz="1600">
                <a:latin typeface="Consolas" panose="020B0609020204030204" pitchFamily="49" charset="0"/>
              </a:rPr>
              <a:t>	</a:t>
            </a:r>
            <a:r>
              <a:rPr lang="en-US" sz="1600" i="1">
                <a:latin typeface="Consolas" panose="020B0609020204030204" pitchFamily="49" charset="0"/>
              </a:rPr>
              <a:t>condition-#1</a:t>
            </a:r>
            <a:r>
              <a:rPr lang="en-US" sz="1600" b="1">
                <a:latin typeface="Consolas" panose="020B0609020204030204" pitchFamily="49" charset="0"/>
              </a:rPr>
              <a:t>:</a:t>
            </a:r>
            <a:r>
              <a:rPr lang="en-US" sz="1600">
                <a:latin typeface="Consolas" panose="020B0609020204030204" pitchFamily="49" charset="0"/>
              </a:rPr>
              <a:t> </a:t>
            </a:r>
            <a:r>
              <a:rPr lang="en-US" sz="1600" i="1">
                <a:latin typeface="Consolas" panose="020B0609020204030204" pitchFamily="49" charset="0"/>
              </a:rPr>
              <a:t>statement-#1</a:t>
            </a:r>
          </a:p>
          <a:p>
            <a:pPr marL="274638" lvl="1" indent="0">
              <a:buNone/>
            </a:pPr>
            <a:r>
              <a:rPr lang="en-US" sz="1600">
                <a:latin typeface="Consolas" panose="020B0609020204030204" pitchFamily="49" charset="0"/>
              </a:rPr>
              <a:t>	</a:t>
            </a:r>
            <a:r>
              <a:rPr lang="en-US" sz="1600" i="1">
                <a:latin typeface="Consolas" panose="020B0609020204030204" pitchFamily="49" charset="0"/>
              </a:rPr>
              <a:t>condition-#2</a:t>
            </a:r>
            <a:r>
              <a:rPr lang="en-US" sz="1600" b="1">
                <a:latin typeface="Consolas" panose="020B0609020204030204" pitchFamily="49" charset="0"/>
              </a:rPr>
              <a:t>:</a:t>
            </a:r>
            <a:r>
              <a:rPr lang="en-US" sz="1600">
                <a:latin typeface="Consolas" panose="020B0609020204030204" pitchFamily="49" charset="0"/>
              </a:rPr>
              <a:t> </a:t>
            </a:r>
            <a:r>
              <a:rPr lang="en-US" sz="1600" i="1">
                <a:latin typeface="Consolas" panose="020B0609020204030204" pitchFamily="49" charset="0"/>
              </a:rPr>
              <a:t>statement-#2</a:t>
            </a:r>
          </a:p>
          <a:p>
            <a:pPr marL="274638" lvl="1" indent="0">
              <a:buNone/>
            </a:pPr>
            <a:r>
              <a:rPr lang="en-US" sz="1600" i="1">
                <a:latin typeface="Consolas" panose="020B0609020204030204" pitchFamily="49" charset="0"/>
              </a:rPr>
              <a:t>	...</a:t>
            </a:r>
          </a:p>
          <a:p>
            <a:pPr marL="274638" lvl="1" indent="0">
              <a:buNone/>
            </a:pPr>
            <a:r>
              <a:rPr lang="en-US" sz="1600">
                <a:latin typeface="Consolas" panose="020B0609020204030204" pitchFamily="49" charset="0"/>
              </a:rPr>
              <a:t>	</a:t>
            </a:r>
            <a:r>
              <a:rPr lang="en-US" sz="1600" i="1">
                <a:latin typeface="Consolas" panose="020B0609020204030204" pitchFamily="49" charset="0"/>
              </a:rPr>
              <a:t>condition-#n</a:t>
            </a:r>
            <a:r>
              <a:rPr lang="en-US" sz="1600" b="1">
                <a:latin typeface="Consolas" panose="020B0609020204030204" pitchFamily="49" charset="0"/>
              </a:rPr>
              <a:t>:</a:t>
            </a:r>
            <a:r>
              <a:rPr lang="en-US" sz="1600">
                <a:latin typeface="Consolas" panose="020B0609020204030204" pitchFamily="49" charset="0"/>
              </a:rPr>
              <a:t> </a:t>
            </a:r>
            <a:r>
              <a:rPr lang="en-US" sz="1600" i="1">
                <a:latin typeface="Consolas" panose="020B0609020204030204" pitchFamily="49" charset="0"/>
              </a:rPr>
              <a:t>statement-#n</a:t>
            </a:r>
          </a:p>
          <a:p>
            <a:pPr marL="274638" lvl="1" indent="0">
              <a:buNone/>
            </a:pPr>
            <a:r>
              <a:rPr lang="en-US" sz="1600" b="1">
                <a:latin typeface="Consolas" panose="020B0609020204030204" pitchFamily="49" charset="0"/>
              </a:rPr>
              <a:t>	others: </a:t>
            </a:r>
            <a:r>
              <a:rPr lang="en-US" sz="1600" i="1">
                <a:latin typeface="Consolas" panose="020B0609020204030204" pitchFamily="49" charset="0"/>
              </a:rPr>
              <a:t>default-statement</a:t>
            </a:r>
            <a:endParaRPr lang="en-US" sz="1600"/>
          </a:p>
        </p:txBody>
      </p:sp>
      <p:sp>
        <p:nvSpPr>
          <p:cNvPr id="8" name="Rectangle 7"/>
          <p:cNvSpPr/>
          <p:nvPr/>
        </p:nvSpPr>
        <p:spPr>
          <a:xfrm>
            <a:off x="3971783" y="4703601"/>
            <a:ext cx="6248400" cy="1077218"/>
          </a:xfrm>
          <a:prstGeom prst="rect">
            <a:avLst/>
          </a:prstGeom>
        </p:spPr>
        <p:txBody>
          <a:bodyPr wrap="square">
            <a:spAutoFit/>
          </a:bodyPr>
          <a:lstStyle/>
          <a:p>
            <a:pPr lvl="1"/>
            <a:r>
              <a:rPr lang="en-US" sz="1600" u="sng">
                <a:latin typeface="Consolas" panose="020B0609020204030204" pitchFamily="49" charset="0"/>
              </a:rPr>
              <a:t>Function Call</a:t>
            </a:r>
          </a:p>
          <a:p>
            <a:pPr lvl="1"/>
            <a:r>
              <a:rPr lang="en-US" sz="1600" b="1">
                <a:latin typeface="Consolas" panose="020B0609020204030204" pitchFamily="49" charset="0"/>
              </a:rPr>
              <a:t>call</a:t>
            </a:r>
            <a:r>
              <a:rPr lang="en-US" sz="1600">
                <a:latin typeface="Consolas" panose="020B0609020204030204" pitchFamily="49" charset="0"/>
              </a:rPr>
              <a:t> </a:t>
            </a:r>
            <a:r>
              <a:rPr lang="en-US" sz="1600" i="1" err="1">
                <a:latin typeface="Consolas" panose="020B0609020204030204" pitchFamily="49" charset="0"/>
              </a:rPr>
              <a:t>proc</a:t>
            </a:r>
            <a:endParaRPr lang="en-US" sz="1600" i="1">
              <a:latin typeface="Consolas" panose="020B0609020204030204" pitchFamily="49" charset="0"/>
            </a:endParaRPr>
          </a:p>
          <a:p>
            <a:pPr lvl="1"/>
            <a:r>
              <a:rPr lang="en-US" sz="1600" b="1">
                <a:latin typeface="Consolas" panose="020B0609020204030204" pitchFamily="49" charset="0"/>
              </a:rPr>
              <a:t>call</a:t>
            </a:r>
            <a:r>
              <a:rPr lang="en-US" sz="1600">
                <a:latin typeface="Consolas" panose="020B0609020204030204" pitchFamily="49" charset="0"/>
              </a:rPr>
              <a:t> </a:t>
            </a:r>
            <a:r>
              <a:rPr lang="en-US" sz="1600" i="1" err="1">
                <a:latin typeface="Consolas" panose="020B0609020204030204" pitchFamily="49" charset="0"/>
              </a:rPr>
              <a:t>proc</a:t>
            </a:r>
            <a:r>
              <a:rPr lang="en-US" sz="1600">
                <a:latin typeface="Consolas" panose="020B0609020204030204" pitchFamily="49" charset="0"/>
              </a:rPr>
              <a:t> </a:t>
            </a:r>
            <a:r>
              <a:rPr lang="en-US" sz="1600" b="1">
                <a:latin typeface="Consolas" panose="020B0609020204030204" pitchFamily="49" charset="0"/>
              </a:rPr>
              <a:t>with</a:t>
            </a:r>
            <a:r>
              <a:rPr lang="en-US" sz="1600">
                <a:latin typeface="Consolas" panose="020B0609020204030204" pitchFamily="49" charset="0"/>
              </a:rPr>
              <a:t> </a:t>
            </a:r>
            <a:r>
              <a:rPr lang="en-US" sz="1600" i="1">
                <a:latin typeface="Consolas" panose="020B0609020204030204" pitchFamily="49" charset="0"/>
              </a:rPr>
              <a:t>parameters</a:t>
            </a:r>
          </a:p>
          <a:p>
            <a:pPr lvl="1"/>
            <a:r>
              <a:rPr lang="en-US" sz="1600" b="1">
                <a:latin typeface="Consolas" panose="020B0609020204030204" pitchFamily="49" charset="0"/>
              </a:rPr>
              <a:t>call</a:t>
            </a:r>
            <a:r>
              <a:rPr lang="en-US" sz="1600">
                <a:latin typeface="Consolas" panose="020B0609020204030204" pitchFamily="49" charset="0"/>
              </a:rPr>
              <a:t> </a:t>
            </a:r>
            <a:r>
              <a:rPr lang="en-US" sz="1600" i="1" err="1">
                <a:latin typeface="Consolas" panose="020B0609020204030204" pitchFamily="49" charset="0"/>
              </a:rPr>
              <a:t>func</a:t>
            </a:r>
            <a:r>
              <a:rPr lang="en-US" sz="1600">
                <a:latin typeface="Consolas" panose="020B0609020204030204" pitchFamily="49" charset="0"/>
              </a:rPr>
              <a:t> </a:t>
            </a:r>
            <a:r>
              <a:rPr lang="en-US" sz="1600" b="1">
                <a:latin typeface="Consolas" panose="020B0609020204030204" pitchFamily="49" charset="0"/>
              </a:rPr>
              <a:t>with</a:t>
            </a:r>
            <a:r>
              <a:rPr lang="en-US" sz="1600">
                <a:latin typeface="Consolas" panose="020B0609020204030204" pitchFamily="49" charset="0"/>
              </a:rPr>
              <a:t> </a:t>
            </a:r>
            <a:r>
              <a:rPr lang="en-US" sz="1600" i="1">
                <a:latin typeface="Consolas" panose="020B0609020204030204" pitchFamily="49" charset="0"/>
              </a:rPr>
              <a:t>parameters </a:t>
            </a:r>
            <a:r>
              <a:rPr lang="en-US" sz="1600" b="1">
                <a:latin typeface="Consolas" panose="020B0609020204030204" pitchFamily="49" charset="0"/>
              </a:rPr>
              <a:t>returning</a:t>
            </a:r>
            <a:r>
              <a:rPr lang="en-US" sz="1600">
                <a:latin typeface="Consolas" panose="020B0609020204030204" pitchFamily="49" charset="0"/>
              </a:rPr>
              <a:t> </a:t>
            </a:r>
            <a:r>
              <a:rPr lang="en-US" sz="1600" i="1">
                <a:latin typeface="Consolas" panose="020B0609020204030204" pitchFamily="49" charset="0"/>
              </a:rPr>
              <a:t>value</a:t>
            </a:r>
          </a:p>
        </p:txBody>
      </p:sp>
      <p:sp>
        <p:nvSpPr>
          <p:cNvPr id="9" name="Rectangle 8"/>
          <p:cNvSpPr/>
          <p:nvPr/>
        </p:nvSpPr>
        <p:spPr>
          <a:xfrm>
            <a:off x="3971783" y="991972"/>
            <a:ext cx="4953000" cy="3293209"/>
          </a:xfrm>
          <a:prstGeom prst="rect">
            <a:avLst/>
          </a:prstGeom>
        </p:spPr>
        <p:txBody>
          <a:bodyPr wrap="square">
            <a:spAutoFit/>
          </a:bodyPr>
          <a:lstStyle/>
          <a:p>
            <a:pPr lvl="1"/>
            <a:r>
              <a:rPr lang="en-US" sz="1600" u="sng">
                <a:latin typeface="Consolas" panose="020B0609020204030204" pitchFamily="49" charset="0"/>
              </a:rPr>
              <a:t>Loop</a:t>
            </a:r>
          </a:p>
          <a:p>
            <a:pPr lvl="1"/>
            <a:r>
              <a:rPr lang="en-US" sz="1600" b="1">
                <a:latin typeface="Consolas" panose="020B0609020204030204" pitchFamily="49" charset="0"/>
              </a:rPr>
              <a:t>repeat</a:t>
            </a:r>
          </a:p>
          <a:p>
            <a:pPr lvl="1"/>
            <a:r>
              <a:rPr lang="en-US" sz="1600">
                <a:latin typeface="Consolas" panose="020B0609020204030204" pitchFamily="49" charset="0"/>
              </a:rPr>
              <a:t>	</a:t>
            </a:r>
            <a:r>
              <a:rPr lang="en-US" sz="1600" i="1">
                <a:latin typeface="Consolas" panose="020B0609020204030204" pitchFamily="49" charset="0"/>
              </a:rPr>
              <a:t>statement</a:t>
            </a:r>
          </a:p>
          <a:p>
            <a:pPr marL="274638" lvl="1" indent="0">
              <a:buNone/>
            </a:pPr>
            <a:r>
              <a:rPr lang="en-US" sz="1600">
                <a:latin typeface="Consolas" panose="020B0609020204030204" pitchFamily="49" charset="0"/>
              </a:rPr>
              <a:t>  </a:t>
            </a:r>
            <a:r>
              <a:rPr lang="en-US" sz="1600" b="1">
                <a:latin typeface="Consolas" panose="020B0609020204030204" pitchFamily="49" charset="0"/>
              </a:rPr>
              <a:t>until</a:t>
            </a:r>
            <a:r>
              <a:rPr lang="en-US" sz="1600">
                <a:latin typeface="Consolas" panose="020B0609020204030204" pitchFamily="49" charset="0"/>
              </a:rPr>
              <a:t> </a:t>
            </a:r>
            <a:r>
              <a:rPr lang="en-US" sz="1600" i="1">
                <a:latin typeface="Consolas" panose="020B0609020204030204" pitchFamily="49" charset="0"/>
              </a:rPr>
              <a:t>condition</a:t>
            </a:r>
          </a:p>
          <a:p>
            <a:pPr marL="274638" lvl="1" indent="0">
              <a:buNone/>
            </a:pPr>
            <a:endParaRPr lang="en-US" sz="1600" i="1">
              <a:latin typeface="Consolas" panose="020B0609020204030204" pitchFamily="49" charset="0"/>
            </a:endParaRPr>
          </a:p>
          <a:p>
            <a:pPr lvl="1"/>
            <a:r>
              <a:rPr lang="en-US" sz="1600" b="1">
                <a:latin typeface="Consolas" panose="020B0609020204030204" pitchFamily="49" charset="0"/>
              </a:rPr>
              <a:t>while</a:t>
            </a:r>
            <a:r>
              <a:rPr lang="en-US" sz="1600">
                <a:latin typeface="Consolas" panose="020B0609020204030204" pitchFamily="49" charset="0"/>
              </a:rPr>
              <a:t> </a:t>
            </a:r>
            <a:r>
              <a:rPr lang="en-US" sz="1600" i="1">
                <a:latin typeface="Consolas" panose="020B0609020204030204" pitchFamily="49" charset="0"/>
              </a:rPr>
              <a:t>condition</a:t>
            </a:r>
            <a:r>
              <a:rPr lang="en-US" sz="1600">
                <a:latin typeface="Consolas" panose="020B0609020204030204" pitchFamily="49" charset="0"/>
              </a:rPr>
              <a:t> </a:t>
            </a:r>
            <a:r>
              <a:rPr lang="en-US" sz="1600" b="1">
                <a:latin typeface="Consolas" panose="020B0609020204030204" pitchFamily="49" charset="0"/>
              </a:rPr>
              <a:t>do</a:t>
            </a:r>
          </a:p>
          <a:p>
            <a:pPr lvl="1"/>
            <a:r>
              <a:rPr lang="en-US" sz="1600" b="1">
                <a:latin typeface="Consolas" panose="020B0609020204030204" pitchFamily="49" charset="0"/>
              </a:rPr>
              <a:t>	</a:t>
            </a:r>
            <a:r>
              <a:rPr lang="en-US" sz="1600" i="1">
                <a:latin typeface="Consolas" panose="020B0609020204030204" pitchFamily="49" charset="0"/>
              </a:rPr>
              <a:t>statement</a:t>
            </a:r>
          </a:p>
          <a:p>
            <a:pPr lvl="1"/>
            <a:endParaRPr lang="en-US" sz="1600" b="1">
              <a:latin typeface="Consolas" panose="020B0609020204030204" pitchFamily="49" charset="0"/>
            </a:endParaRPr>
          </a:p>
          <a:p>
            <a:pPr lvl="1"/>
            <a:r>
              <a:rPr lang="en-US" sz="1600" b="1">
                <a:latin typeface="Consolas" panose="020B0609020204030204" pitchFamily="49" charset="0"/>
              </a:rPr>
              <a:t>for</a:t>
            </a:r>
            <a:r>
              <a:rPr lang="en-US" sz="1600">
                <a:latin typeface="Consolas" panose="020B0609020204030204" pitchFamily="49" charset="0"/>
              </a:rPr>
              <a:t> </a:t>
            </a:r>
            <a:r>
              <a:rPr lang="en-US" sz="1600" b="1">
                <a:latin typeface="Consolas" panose="020B0609020204030204" pitchFamily="49" charset="0"/>
              </a:rPr>
              <a:t>each</a:t>
            </a:r>
            <a:r>
              <a:rPr lang="en-US" sz="1600">
                <a:latin typeface="Consolas" panose="020B0609020204030204" pitchFamily="49" charset="0"/>
              </a:rPr>
              <a:t> </a:t>
            </a:r>
            <a:r>
              <a:rPr lang="en-US" sz="1600" i="1">
                <a:latin typeface="Consolas" panose="020B0609020204030204" pitchFamily="49" charset="0"/>
              </a:rPr>
              <a:t>element</a:t>
            </a:r>
            <a:r>
              <a:rPr lang="en-US" sz="1600">
                <a:latin typeface="Consolas" panose="020B0609020204030204" pitchFamily="49" charset="0"/>
              </a:rPr>
              <a:t> </a:t>
            </a:r>
            <a:r>
              <a:rPr lang="en-US" sz="1600" b="1">
                <a:latin typeface="Consolas" panose="020B0609020204030204" pitchFamily="49" charset="0"/>
              </a:rPr>
              <a:t>in</a:t>
            </a:r>
            <a:r>
              <a:rPr lang="en-US" sz="1600">
                <a:latin typeface="Consolas" panose="020B0609020204030204" pitchFamily="49" charset="0"/>
              </a:rPr>
              <a:t> </a:t>
            </a:r>
            <a:r>
              <a:rPr lang="en-US" sz="1600" i="1">
                <a:latin typeface="Consolas" panose="020B0609020204030204" pitchFamily="49" charset="0"/>
              </a:rPr>
              <a:t>list</a:t>
            </a:r>
            <a:r>
              <a:rPr lang="en-US" sz="1600">
                <a:latin typeface="Consolas" panose="020B0609020204030204" pitchFamily="49" charset="0"/>
              </a:rPr>
              <a:t> </a:t>
            </a:r>
            <a:r>
              <a:rPr lang="en-US" sz="1600" b="1">
                <a:latin typeface="Consolas" panose="020B0609020204030204" pitchFamily="49" charset="0"/>
              </a:rPr>
              <a:t>do</a:t>
            </a:r>
          </a:p>
          <a:p>
            <a:pPr lvl="1"/>
            <a:r>
              <a:rPr lang="en-US" sz="1600">
                <a:latin typeface="Consolas" panose="020B0609020204030204" pitchFamily="49" charset="0"/>
              </a:rPr>
              <a:t>	</a:t>
            </a:r>
            <a:r>
              <a:rPr lang="en-US" sz="1600" i="1">
                <a:latin typeface="Consolas" panose="020B0609020204030204" pitchFamily="49" charset="0"/>
              </a:rPr>
              <a:t>statement</a:t>
            </a:r>
          </a:p>
          <a:p>
            <a:pPr lvl="1"/>
            <a:endParaRPr lang="en-US" sz="1600" b="1">
              <a:latin typeface="Consolas" panose="020B0609020204030204" pitchFamily="49" charset="0"/>
            </a:endParaRPr>
          </a:p>
          <a:p>
            <a:pPr lvl="1"/>
            <a:r>
              <a:rPr lang="en-US" sz="1600" b="1">
                <a:latin typeface="Consolas" panose="020B0609020204030204" pitchFamily="49" charset="0"/>
              </a:rPr>
              <a:t>for</a:t>
            </a:r>
            <a:r>
              <a:rPr lang="en-US" sz="1600">
                <a:latin typeface="Consolas" panose="020B0609020204030204" pitchFamily="49" charset="0"/>
              </a:rPr>
              <a:t> </a:t>
            </a:r>
            <a:r>
              <a:rPr lang="en-US" sz="1600" i="1">
                <a:latin typeface="Consolas" panose="020B0609020204030204" pitchFamily="49" charset="0"/>
              </a:rPr>
              <a:t>variable</a:t>
            </a:r>
            <a:r>
              <a:rPr lang="en-US" sz="1600">
                <a:latin typeface="Consolas" panose="020B0609020204030204" pitchFamily="49" charset="0"/>
              </a:rPr>
              <a:t> </a:t>
            </a:r>
            <a:r>
              <a:rPr lang="en-US" altLang="en-US" sz="1600">
                <a:latin typeface="Architecture" panose="020B0500000000000000" pitchFamily="34" charset="0"/>
                <a:ea typeface="Architecture" panose="020B0500000000000000" pitchFamily="34" charset="0"/>
                <a:cs typeface="Architecture" panose="020B0500000000000000" pitchFamily="34" charset="0"/>
                <a:sym typeface="Symbol" panose="05050102010706020507" pitchFamily="18" charset="2"/>
              </a:rPr>
              <a:t></a:t>
            </a:r>
            <a:r>
              <a:rPr lang="en-US" sz="1600">
                <a:latin typeface="Consolas" panose="020B0609020204030204" pitchFamily="49" charset="0"/>
              </a:rPr>
              <a:t> </a:t>
            </a:r>
            <a:r>
              <a:rPr lang="en-US" sz="1600" i="1">
                <a:latin typeface="Consolas" panose="020B0609020204030204" pitchFamily="49" charset="0"/>
              </a:rPr>
              <a:t>v1</a:t>
            </a:r>
            <a:r>
              <a:rPr lang="en-US" sz="1600">
                <a:latin typeface="Consolas" panose="020B0609020204030204" pitchFamily="49" charset="0"/>
              </a:rPr>
              <a:t> [</a:t>
            </a:r>
            <a:r>
              <a:rPr lang="en-US" sz="1600" b="1" err="1">
                <a:latin typeface="Consolas" panose="020B0609020204030204" pitchFamily="49" charset="0"/>
              </a:rPr>
              <a:t>to|down</a:t>
            </a:r>
            <a:r>
              <a:rPr lang="en-US" sz="1600">
                <a:latin typeface="Consolas" panose="020B0609020204030204" pitchFamily="49" charset="0"/>
              </a:rPr>
              <a:t> </a:t>
            </a:r>
            <a:r>
              <a:rPr lang="en-US" sz="1600" b="1">
                <a:latin typeface="Consolas" panose="020B0609020204030204" pitchFamily="49" charset="0"/>
              </a:rPr>
              <a:t>to</a:t>
            </a:r>
            <a:r>
              <a:rPr lang="en-US" sz="1600">
                <a:latin typeface="Consolas" panose="020B0609020204030204" pitchFamily="49" charset="0"/>
              </a:rPr>
              <a:t>] </a:t>
            </a:r>
            <a:r>
              <a:rPr lang="en-US" sz="1600" i="1">
                <a:latin typeface="Consolas" panose="020B0609020204030204" pitchFamily="49" charset="0"/>
              </a:rPr>
              <a:t>v2</a:t>
            </a:r>
            <a:r>
              <a:rPr lang="en-US" sz="1600">
                <a:latin typeface="Consolas" panose="020B0609020204030204" pitchFamily="49" charset="0"/>
              </a:rPr>
              <a:t> </a:t>
            </a:r>
            <a:r>
              <a:rPr lang="en-US" sz="1600" b="1">
                <a:latin typeface="Consolas" panose="020B0609020204030204" pitchFamily="49" charset="0"/>
              </a:rPr>
              <a:t>do</a:t>
            </a:r>
            <a:r>
              <a:rPr lang="en-US" sz="1600">
                <a:latin typeface="Consolas" panose="020B0609020204030204" pitchFamily="49" charset="0"/>
              </a:rPr>
              <a:t> </a:t>
            </a:r>
          </a:p>
          <a:p>
            <a:pPr lvl="1"/>
            <a:r>
              <a:rPr lang="en-US" sz="1600" i="1">
                <a:latin typeface="Consolas" panose="020B0609020204030204" pitchFamily="49" charset="0"/>
              </a:rPr>
              <a:t>	statement</a:t>
            </a:r>
          </a:p>
        </p:txBody>
      </p:sp>
    </p:spTree>
    <p:extLst>
      <p:ext uri="{BB962C8B-B14F-4D97-AF65-F5344CB8AC3E}">
        <p14:creationId xmlns:p14="http://schemas.microsoft.com/office/powerpoint/2010/main" val="1100747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27</a:t>
            </a:fld>
            <a:endParaRPr lang="en-US"/>
          </a:p>
        </p:txBody>
      </p:sp>
      <p:sp>
        <p:nvSpPr>
          <p:cNvPr id="2" name="Title 1"/>
          <p:cNvSpPr>
            <a:spLocks noGrp="1"/>
          </p:cNvSpPr>
          <p:nvPr>
            <p:ph type="title"/>
          </p:nvPr>
        </p:nvSpPr>
        <p:spPr/>
        <p:txBody>
          <a:bodyPr/>
          <a:lstStyle/>
          <a:p>
            <a:r>
              <a:rPr lang="en-US" altLang="en-US" err="1"/>
              <a:t>Ngôn</a:t>
            </a:r>
            <a:r>
              <a:rPr lang="en-US" altLang="en-US"/>
              <a:t> </a:t>
            </a:r>
            <a:r>
              <a:rPr lang="en-US" altLang="en-US" err="1"/>
              <a:t>ngữ</a:t>
            </a:r>
            <a:r>
              <a:rPr lang="en-US" altLang="en-US"/>
              <a:t> </a:t>
            </a:r>
            <a:r>
              <a:rPr lang="en-US" altLang="en-US" err="1"/>
              <a:t>tựa</a:t>
            </a:r>
            <a:r>
              <a:rPr lang="en-US" altLang="en-US"/>
              <a:t> </a:t>
            </a:r>
            <a:r>
              <a:rPr lang="en-US" altLang="en-US" err="1"/>
              <a:t>lập</a:t>
            </a:r>
            <a:r>
              <a:rPr lang="en-US" altLang="en-US"/>
              <a:t> </a:t>
            </a:r>
            <a:r>
              <a:rPr lang="en-US" altLang="en-US" err="1"/>
              <a:t>trình</a:t>
            </a:r>
            <a:r>
              <a:rPr lang="en-US" altLang="en-US"/>
              <a:t> (</a:t>
            </a:r>
            <a:r>
              <a:rPr lang="en-US" altLang="en-US" err="1"/>
              <a:t>giả</a:t>
            </a:r>
            <a:r>
              <a:rPr lang="en-US" altLang="en-US"/>
              <a:t> </a:t>
            </a:r>
            <a:r>
              <a:rPr lang="en-US" altLang="en-US" err="1"/>
              <a:t>mã</a:t>
            </a:r>
            <a:r>
              <a:rPr lang="en-US" altLang="en-US"/>
              <a:t>, pseudo code)</a:t>
            </a:r>
            <a:endParaRPr lang="en-US"/>
          </a:p>
        </p:txBody>
      </p:sp>
      <p:sp>
        <p:nvSpPr>
          <p:cNvPr id="3" name="Content Placeholder 2"/>
          <p:cNvSpPr>
            <a:spLocks noGrp="1"/>
          </p:cNvSpPr>
          <p:nvPr>
            <p:ph type="body" sz="quarter" idx="13"/>
          </p:nvPr>
        </p:nvSpPr>
        <p:spPr/>
        <p:txBody>
          <a:bodyPr/>
          <a:lstStyle/>
          <a:p>
            <a:r>
              <a:rPr lang="en-US" err="1"/>
              <a:t>Ví</a:t>
            </a:r>
            <a:r>
              <a:rPr lang="en-US"/>
              <a:t> </a:t>
            </a:r>
            <a:r>
              <a:rPr lang="en-US" err="1"/>
              <a:t>dụ</a:t>
            </a:r>
            <a:r>
              <a:rPr lang="en-US"/>
              <a:t>:</a:t>
            </a:r>
          </a:p>
        </p:txBody>
      </p:sp>
      <p:sp>
        <p:nvSpPr>
          <p:cNvPr id="7" name="Rectangle 6"/>
          <p:cNvSpPr/>
          <p:nvPr/>
        </p:nvSpPr>
        <p:spPr>
          <a:xfrm>
            <a:off x="5029200" y="2286000"/>
            <a:ext cx="4572000" cy="923330"/>
          </a:xfrm>
          <a:prstGeom prst="rect">
            <a:avLst/>
          </a:prstGeom>
        </p:spPr>
        <p:txBody>
          <a:bodyPr>
            <a:spAutoFit/>
          </a:bodyPr>
          <a:lstStyle/>
          <a:p>
            <a:pPr marL="0" indent="0">
              <a:buNone/>
            </a:pPr>
            <a:r>
              <a:rPr lang="en-US">
                <a:latin typeface="Consolas" panose="020B0609020204030204" pitchFamily="49" charset="0"/>
              </a:rPr>
              <a:t>Input </a:t>
            </a:r>
            <a:r>
              <a:rPr lang="en-US" i="1">
                <a:latin typeface="Consolas" panose="020B0609020204030204" pitchFamily="49" charset="0"/>
              </a:rPr>
              <a:t>W</a:t>
            </a:r>
            <a:r>
              <a:rPr lang="en-US">
                <a:latin typeface="Consolas" panose="020B0609020204030204" pitchFamily="49" charset="0"/>
              </a:rPr>
              <a:t>, </a:t>
            </a:r>
            <a:r>
              <a:rPr lang="en-US" i="1">
                <a:latin typeface="Consolas" panose="020B0609020204030204" pitchFamily="49" charset="0"/>
              </a:rPr>
              <a:t>L</a:t>
            </a:r>
          </a:p>
          <a:p>
            <a:pPr marL="0" indent="0">
              <a:buNone/>
            </a:pPr>
            <a:r>
              <a:rPr lang="en-US" altLang="en-US" i="1">
                <a:latin typeface="Consolas" panose="020B0609020204030204" pitchFamily="49" charset="0"/>
              </a:rPr>
              <a:t>A</a:t>
            </a:r>
            <a:r>
              <a:rPr lang="en-US" altLang="en-US">
                <a:latin typeface="Consolas" panose="020B0609020204030204" pitchFamily="49" charset="0"/>
              </a:rPr>
              <a:t> </a:t>
            </a:r>
            <a:r>
              <a:rPr lang="en-US" altLang="en-US">
                <a:latin typeface="Consolas" panose="020B0609020204030204" pitchFamily="49" charset="0"/>
                <a:sym typeface="Symbol" panose="05050102010706020507" pitchFamily="18" charset="2"/>
              </a:rPr>
              <a:t></a:t>
            </a:r>
            <a:r>
              <a:rPr lang="en-US" altLang="en-US">
                <a:latin typeface="Consolas" panose="020B0609020204030204" pitchFamily="49" charset="0"/>
              </a:rPr>
              <a:t> </a:t>
            </a:r>
            <a:r>
              <a:rPr lang="en-US" altLang="en-US" i="1">
                <a:latin typeface="Consolas" panose="020B0609020204030204" pitchFamily="49" charset="0"/>
              </a:rPr>
              <a:t>W</a:t>
            </a:r>
            <a:r>
              <a:rPr lang="en-US" altLang="en-US">
                <a:latin typeface="Consolas" panose="020B0609020204030204" pitchFamily="49" charset="0"/>
              </a:rPr>
              <a:t>×</a:t>
            </a:r>
            <a:r>
              <a:rPr lang="en-US" altLang="en-US" i="1">
                <a:latin typeface="Consolas" panose="020B0609020204030204" pitchFamily="49" charset="0"/>
              </a:rPr>
              <a:t>L</a:t>
            </a:r>
          </a:p>
          <a:p>
            <a:pPr marL="0" indent="0">
              <a:buNone/>
            </a:pPr>
            <a:r>
              <a:rPr lang="en-US">
                <a:latin typeface="Consolas" panose="020B0609020204030204" pitchFamily="49" charset="0"/>
              </a:rPr>
              <a:t>Print </a:t>
            </a:r>
            <a:r>
              <a:rPr lang="en-US" i="1">
                <a:latin typeface="Consolas" panose="020B0609020204030204" pitchFamily="49" charset="0"/>
              </a:rPr>
              <a:t>A</a:t>
            </a:r>
          </a:p>
        </p:txBody>
      </p:sp>
      <p:grpSp>
        <p:nvGrpSpPr>
          <p:cNvPr id="8" name="Group 7">
            <a:extLst>
              <a:ext uri="{FF2B5EF4-FFF2-40B4-BE49-F238E27FC236}">
                <a16:creationId xmlns:a16="http://schemas.microsoft.com/office/drawing/2014/main" id="{B6DC0C39-F9C3-4B1B-818C-6B044AB8AD89}"/>
              </a:ext>
            </a:extLst>
          </p:cNvPr>
          <p:cNvGrpSpPr>
            <a:grpSpLocks/>
          </p:cNvGrpSpPr>
          <p:nvPr/>
        </p:nvGrpSpPr>
        <p:grpSpPr bwMode="auto">
          <a:xfrm>
            <a:off x="2032270" y="1660847"/>
            <a:ext cx="2237105" cy="3232503"/>
            <a:chOff x="2448" y="5328"/>
            <a:chExt cx="3168" cy="5779"/>
          </a:xfrm>
        </p:grpSpPr>
        <p:sp>
          <p:nvSpPr>
            <p:cNvPr id="9" name="AutoShape 5">
              <a:extLst>
                <a:ext uri="{FF2B5EF4-FFF2-40B4-BE49-F238E27FC236}">
                  <a16:creationId xmlns:a16="http://schemas.microsoft.com/office/drawing/2014/main" id="{F7E5961F-B681-49D5-8489-77BEB44EBCE3}"/>
                </a:ext>
              </a:extLst>
            </p:cNvPr>
            <p:cNvSpPr>
              <a:spLocks noChangeArrowheads="1"/>
            </p:cNvSpPr>
            <p:nvPr/>
          </p:nvSpPr>
          <p:spPr bwMode="auto">
            <a:xfrm>
              <a:off x="3288" y="5328"/>
              <a:ext cx="1440" cy="576"/>
            </a:xfrm>
            <a:prstGeom prst="flowChartTerminator">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400" b="1"/>
                <a:t>Start</a:t>
              </a:r>
              <a:endParaRPr lang="en-US" altLang="en-US" sz="2000"/>
            </a:p>
          </p:txBody>
        </p:sp>
        <p:sp>
          <p:nvSpPr>
            <p:cNvPr id="10" name="Line 6">
              <a:extLst>
                <a:ext uri="{FF2B5EF4-FFF2-40B4-BE49-F238E27FC236}">
                  <a16:creationId xmlns:a16="http://schemas.microsoft.com/office/drawing/2014/main" id="{8B2CF77F-8CAD-4BE9-9EF7-B9AFF49078BB}"/>
                </a:ext>
              </a:extLst>
            </p:cNvPr>
            <p:cNvSpPr>
              <a:spLocks noChangeShapeType="1"/>
            </p:cNvSpPr>
            <p:nvPr/>
          </p:nvSpPr>
          <p:spPr bwMode="auto">
            <a:xfrm>
              <a:off x="4008" y="5904"/>
              <a:ext cx="0" cy="43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000"/>
            </a:p>
          </p:txBody>
        </p:sp>
        <p:sp>
          <p:nvSpPr>
            <p:cNvPr id="11" name="AutoShape 7">
              <a:extLst>
                <a:ext uri="{FF2B5EF4-FFF2-40B4-BE49-F238E27FC236}">
                  <a16:creationId xmlns:a16="http://schemas.microsoft.com/office/drawing/2014/main" id="{C705FC3A-A663-4A52-9B19-AE991E887C3D}"/>
                </a:ext>
              </a:extLst>
            </p:cNvPr>
            <p:cNvSpPr>
              <a:spLocks noChangeArrowheads="1"/>
            </p:cNvSpPr>
            <p:nvPr/>
          </p:nvSpPr>
          <p:spPr bwMode="auto">
            <a:xfrm>
              <a:off x="2448" y="6355"/>
              <a:ext cx="3168" cy="864"/>
            </a:xfrm>
            <a:prstGeom prst="flowChartInputOutput">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400" b="1"/>
                <a:t>Input W, L</a:t>
              </a:r>
              <a:endParaRPr lang="en-US" altLang="en-US" sz="2000"/>
            </a:p>
          </p:txBody>
        </p:sp>
        <p:sp>
          <p:nvSpPr>
            <p:cNvPr id="12" name="AutoShape 8">
              <a:extLst>
                <a:ext uri="{FF2B5EF4-FFF2-40B4-BE49-F238E27FC236}">
                  <a16:creationId xmlns:a16="http://schemas.microsoft.com/office/drawing/2014/main" id="{796E6689-4A43-4ACB-BDC3-19D976A2BB04}"/>
                </a:ext>
              </a:extLst>
            </p:cNvPr>
            <p:cNvSpPr>
              <a:spLocks noChangeArrowheads="1"/>
            </p:cNvSpPr>
            <p:nvPr/>
          </p:nvSpPr>
          <p:spPr bwMode="auto">
            <a:xfrm>
              <a:off x="2967" y="7801"/>
              <a:ext cx="2141" cy="576"/>
            </a:xfrm>
            <a:prstGeom prst="flowChartProcess">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400" b="1"/>
                <a:t>A </a:t>
              </a:r>
              <a:r>
                <a:rPr lang="en-US" altLang="en-US" sz="2000">
                  <a:sym typeface="Symbol" panose="05050102010706020507" pitchFamily="18" charset="2"/>
                </a:rPr>
                <a:t></a:t>
              </a:r>
              <a:r>
                <a:rPr lang="en-US" altLang="en-US" sz="1400" b="1"/>
                <a:t> W × L</a:t>
              </a:r>
            </a:p>
          </p:txBody>
        </p:sp>
        <p:sp>
          <p:nvSpPr>
            <p:cNvPr id="13" name="Line 9">
              <a:extLst>
                <a:ext uri="{FF2B5EF4-FFF2-40B4-BE49-F238E27FC236}">
                  <a16:creationId xmlns:a16="http://schemas.microsoft.com/office/drawing/2014/main" id="{8E0DA358-F527-40EA-BFF6-0ADD747EEB7C}"/>
                </a:ext>
              </a:extLst>
            </p:cNvPr>
            <p:cNvSpPr>
              <a:spLocks noChangeShapeType="1"/>
            </p:cNvSpPr>
            <p:nvPr/>
          </p:nvSpPr>
          <p:spPr bwMode="auto">
            <a:xfrm>
              <a:off x="4032" y="7219"/>
              <a:ext cx="0"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000"/>
            </a:p>
          </p:txBody>
        </p:sp>
        <p:sp>
          <p:nvSpPr>
            <p:cNvPr id="14" name="AutoShape 10">
              <a:extLst>
                <a:ext uri="{FF2B5EF4-FFF2-40B4-BE49-F238E27FC236}">
                  <a16:creationId xmlns:a16="http://schemas.microsoft.com/office/drawing/2014/main" id="{3BD59A5A-9DAE-433A-9683-C3CA7BC53572}"/>
                </a:ext>
              </a:extLst>
            </p:cNvPr>
            <p:cNvSpPr>
              <a:spLocks noChangeArrowheads="1"/>
            </p:cNvSpPr>
            <p:nvPr/>
          </p:nvSpPr>
          <p:spPr bwMode="auto">
            <a:xfrm>
              <a:off x="2812" y="8947"/>
              <a:ext cx="2448" cy="1008"/>
            </a:xfrm>
            <a:prstGeom prst="flowChartDisplay">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400" b="1"/>
                <a:t>Print A</a:t>
              </a:r>
              <a:endParaRPr lang="en-US" altLang="en-US" sz="2000"/>
            </a:p>
          </p:txBody>
        </p:sp>
        <p:sp>
          <p:nvSpPr>
            <p:cNvPr id="15" name="AutoShape 11">
              <a:extLst>
                <a:ext uri="{FF2B5EF4-FFF2-40B4-BE49-F238E27FC236}">
                  <a16:creationId xmlns:a16="http://schemas.microsoft.com/office/drawing/2014/main" id="{7D3E7456-649D-42C0-A17E-3FAFEF425289}"/>
                </a:ext>
              </a:extLst>
            </p:cNvPr>
            <p:cNvSpPr>
              <a:spLocks noChangeArrowheads="1"/>
            </p:cNvSpPr>
            <p:nvPr/>
          </p:nvSpPr>
          <p:spPr bwMode="auto">
            <a:xfrm>
              <a:off x="3293" y="10512"/>
              <a:ext cx="1440" cy="595"/>
            </a:xfrm>
            <a:prstGeom prst="flowChartTerminator">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400" b="1"/>
                <a:t>Stop</a:t>
              </a:r>
              <a:endParaRPr lang="en-US" altLang="en-US" sz="2000"/>
            </a:p>
          </p:txBody>
        </p:sp>
        <p:sp>
          <p:nvSpPr>
            <p:cNvPr id="16" name="Line 12">
              <a:extLst>
                <a:ext uri="{FF2B5EF4-FFF2-40B4-BE49-F238E27FC236}">
                  <a16:creationId xmlns:a16="http://schemas.microsoft.com/office/drawing/2014/main" id="{D311E459-34B1-47DA-8CE8-E8A1E46B5A42}"/>
                </a:ext>
              </a:extLst>
            </p:cNvPr>
            <p:cNvSpPr>
              <a:spLocks noChangeShapeType="1"/>
            </p:cNvSpPr>
            <p:nvPr/>
          </p:nvSpPr>
          <p:spPr bwMode="auto">
            <a:xfrm>
              <a:off x="4032" y="8371"/>
              <a:ext cx="0"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000"/>
            </a:p>
          </p:txBody>
        </p:sp>
        <p:sp>
          <p:nvSpPr>
            <p:cNvPr id="17" name="Line 13">
              <a:extLst>
                <a:ext uri="{FF2B5EF4-FFF2-40B4-BE49-F238E27FC236}">
                  <a16:creationId xmlns:a16="http://schemas.microsoft.com/office/drawing/2014/main" id="{E941439E-6A3D-4CC8-B7B9-8E8F08557182}"/>
                </a:ext>
              </a:extLst>
            </p:cNvPr>
            <p:cNvSpPr>
              <a:spLocks noChangeShapeType="1"/>
            </p:cNvSpPr>
            <p:nvPr/>
          </p:nvSpPr>
          <p:spPr bwMode="auto">
            <a:xfrm>
              <a:off x="4032" y="9955"/>
              <a:ext cx="0"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sz="2000"/>
            </a:p>
          </p:txBody>
        </p:sp>
      </p:grpSp>
    </p:spTree>
    <p:extLst>
      <p:ext uri="{BB962C8B-B14F-4D97-AF65-F5344CB8AC3E}">
        <p14:creationId xmlns:p14="http://schemas.microsoft.com/office/powerpoint/2010/main" val="628807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28</a:t>
            </a:fld>
            <a:endParaRPr lang="en-US"/>
          </a:p>
        </p:txBody>
      </p:sp>
      <p:sp>
        <p:nvSpPr>
          <p:cNvPr id="2" name="Title 1"/>
          <p:cNvSpPr>
            <a:spLocks noGrp="1"/>
          </p:cNvSpPr>
          <p:nvPr>
            <p:ph type="title"/>
          </p:nvPr>
        </p:nvSpPr>
        <p:spPr/>
        <p:txBody>
          <a:bodyPr/>
          <a:lstStyle/>
          <a:p>
            <a:r>
              <a:rPr lang="en-US" altLang="en-US" err="1"/>
              <a:t>Ngôn</a:t>
            </a:r>
            <a:r>
              <a:rPr lang="en-US" altLang="en-US"/>
              <a:t> </a:t>
            </a:r>
            <a:r>
              <a:rPr lang="en-US" altLang="en-US" err="1"/>
              <a:t>ngữ</a:t>
            </a:r>
            <a:r>
              <a:rPr lang="en-US" altLang="en-US"/>
              <a:t> </a:t>
            </a:r>
            <a:r>
              <a:rPr lang="en-US" altLang="en-US" err="1"/>
              <a:t>tựa</a:t>
            </a:r>
            <a:r>
              <a:rPr lang="en-US" altLang="en-US"/>
              <a:t> </a:t>
            </a:r>
            <a:r>
              <a:rPr lang="en-US" altLang="en-US" err="1"/>
              <a:t>lập</a:t>
            </a:r>
            <a:r>
              <a:rPr lang="en-US" altLang="en-US"/>
              <a:t> </a:t>
            </a:r>
            <a:r>
              <a:rPr lang="en-US" altLang="en-US" err="1"/>
              <a:t>trình</a:t>
            </a:r>
            <a:r>
              <a:rPr lang="en-US" altLang="en-US"/>
              <a:t> (</a:t>
            </a:r>
            <a:r>
              <a:rPr lang="en-US" altLang="en-US" err="1"/>
              <a:t>giả</a:t>
            </a:r>
            <a:r>
              <a:rPr lang="en-US" altLang="en-US"/>
              <a:t> </a:t>
            </a:r>
            <a:r>
              <a:rPr lang="en-US" altLang="en-US" err="1"/>
              <a:t>mã</a:t>
            </a:r>
            <a:r>
              <a:rPr lang="en-US" altLang="en-US"/>
              <a:t>, pseudo code)</a:t>
            </a:r>
            <a:endParaRPr lang="en-US"/>
          </a:p>
        </p:txBody>
      </p:sp>
      <p:sp>
        <p:nvSpPr>
          <p:cNvPr id="3" name="Content Placeholder 2"/>
          <p:cNvSpPr>
            <a:spLocks noGrp="1"/>
          </p:cNvSpPr>
          <p:nvPr>
            <p:ph type="body" sz="quarter" idx="13"/>
          </p:nvPr>
        </p:nvSpPr>
        <p:spPr/>
        <p:txBody>
          <a:bodyPr/>
          <a:lstStyle/>
          <a:p>
            <a:r>
              <a:rPr lang="en-US" err="1"/>
              <a:t>Ví</a:t>
            </a:r>
            <a:r>
              <a:rPr lang="en-US"/>
              <a:t> </a:t>
            </a:r>
            <a:r>
              <a:rPr lang="en-US" err="1"/>
              <a:t>dụ</a:t>
            </a:r>
            <a:r>
              <a:rPr lang="en-US"/>
              <a:t>:</a:t>
            </a:r>
          </a:p>
        </p:txBody>
      </p:sp>
      <p:grpSp>
        <p:nvGrpSpPr>
          <p:cNvPr id="18" name="Group 17">
            <a:extLst>
              <a:ext uri="{FF2B5EF4-FFF2-40B4-BE49-F238E27FC236}">
                <a16:creationId xmlns:a16="http://schemas.microsoft.com/office/drawing/2014/main" id="{286517E6-36AB-458F-B096-C5B1A1EC9346}"/>
              </a:ext>
            </a:extLst>
          </p:cNvPr>
          <p:cNvGrpSpPr/>
          <p:nvPr/>
        </p:nvGrpSpPr>
        <p:grpSpPr>
          <a:xfrm>
            <a:off x="892187" y="1207343"/>
            <a:ext cx="4114800" cy="4413251"/>
            <a:chOff x="4495800" y="1454149"/>
            <a:chExt cx="4114800" cy="4413251"/>
          </a:xfrm>
        </p:grpSpPr>
        <p:sp>
          <p:nvSpPr>
            <p:cNvPr id="19" name="AutoShape 15">
              <a:extLst>
                <a:ext uri="{FF2B5EF4-FFF2-40B4-BE49-F238E27FC236}">
                  <a16:creationId xmlns:a16="http://schemas.microsoft.com/office/drawing/2014/main" id="{F3B2BFD1-0B58-4818-A6C0-9877B5D3C872}"/>
                </a:ext>
              </a:extLst>
            </p:cNvPr>
            <p:cNvSpPr>
              <a:spLocks noChangeArrowheads="1"/>
            </p:cNvSpPr>
            <p:nvPr/>
          </p:nvSpPr>
          <p:spPr bwMode="auto">
            <a:xfrm>
              <a:off x="4495800" y="4513262"/>
              <a:ext cx="1597025" cy="592137"/>
            </a:xfrm>
            <a:prstGeom prst="flowChartDisplay">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Print</a:t>
              </a:r>
            </a:p>
            <a:p>
              <a:pPr algn="ctr"/>
              <a:r>
                <a:rPr lang="en-US" altLang="en-US" sz="1200" b="1"/>
                <a:t>“PASS”</a:t>
              </a:r>
              <a:endParaRPr lang="en-US" altLang="en-US"/>
            </a:p>
          </p:txBody>
        </p:sp>
        <p:sp>
          <p:nvSpPr>
            <p:cNvPr id="20" name="AutoShape 9">
              <a:extLst>
                <a:ext uri="{FF2B5EF4-FFF2-40B4-BE49-F238E27FC236}">
                  <a16:creationId xmlns:a16="http://schemas.microsoft.com/office/drawing/2014/main" id="{553CD78E-C41B-4FA8-B0D8-48091A2F2727}"/>
                </a:ext>
              </a:extLst>
            </p:cNvPr>
            <p:cNvSpPr>
              <a:spLocks noChangeArrowheads="1"/>
            </p:cNvSpPr>
            <p:nvPr/>
          </p:nvSpPr>
          <p:spPr bwMode="auto">
            <a:xfrm>
              <a:off x="6070600" y="1454149"/>
              <a:ext cx="939800" cy="338138"/>
            </a:xfrm>
            <a:prstGeom prst="flowChartTerminator">
              <a:avLst/>
            </a:prstGeom>
            <a:solidFill>
              <a:schemeClr val="accent3">
                <a:lumMod val="60000"/>
                <a:lumOff val="40000"/>
              </a:schemeClr>
            </a:solidFill>
            <a:ln w="9525">
              <a:solidFill>
                <a:srgbClr val="000000"/>
              </a:solidFill>
              <a:miter lim="800000"/>
              <a:headEnd/>
              <a:tailEnd/>
            </a:ln>
          </p:spPr>
          <p:txBody>
            <a:bodyPr/>
            <a:lstStyle/>
            <a:p>
              <a:pPr algn="ctr"/>
              <a:r>
                <a:rPr lang="en-US" altLang="en-US" sz="1200" b="1"/>
                <a:t>Start</a:t>
              </a:r>
              <a:endParaRPr lang="en-US" altLang="en-US"/>
            </a:p>
          </p:txBody>
        </p:sp>
        <p:sp>
          <p:nvSpPr>
            <p:cNvPr id="21" name="Line 10">
              <a:extLst>
                <a:ext uri="{FF2B5EF4-FFF2-40B4-BE49-F238E27FC236}">
                  <a16:creationId xmlns:a16="http://schemas.microsoft.com/office/drawing/2014/main" id="{2C12C9DE-3B60-4F72-A093-163006F4E403}"/>
                </a:ext>
              </a:extLst>
            </p:cNvPr>
            <p:cNvSpPr>
              <a:spLocks noChangeShapeType="1"/>
            </p:cNvSpPr>
            <p:nvPr/>
          </p:nvSpPr>
          <p:spPr bwMode="auto">
            <a:xfrm>
              <a:off x="6540500" y="1792287"/>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 name="AutoShape 11">
              <a:extLst>
                <a:ext uri="{FF2B5EF4-FFF2-40B4-BE49-F238E27FC236}">
                  <a16:creationId xmlns:a16="http://schemas.microsoft.com/office/drawing/2014/main" id="{37FD83EC-9F83-4BAB-8C16-6EAB8322E0FE}"/>
                </a:ext>
              </a:extLst>
            </p:cNvPr>
            <p:cNvSpPr>
              <a:spLocks noChangeArrowheads="1"/>
            </p:cNvSpPr>
            <p:nvPr/>
          </p:nvSpPr>
          <p:spPr bwMode="auto">
            <a:xfrm>
              <a:off x="5410200" y="2057399"/>
              <a:ext cx="2243133" cy="508000"/>
            </a:xfrm>
            <a:prstGeom prst="flowChartInputOutput">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Input</a:t>
              </a:r>
            </a:p>
            <a:p>
              <a:pPr algn="ctr"/>
              <a:r>
                <a:rPr lang="en-US" altLang="en-US" sz="1200" b="1"/>
                <a:t>M1, M2, M3, M4</a:t>
              </a:r>
              <a:endParaRPr lang="en-US" altLang="en-US"/>
            </a:p>
          </p:txBody>
        </p:sp>
        <p:sp>
          <p:nvSpPr>
            <p:cNvPr id="23" name="AutoShape 12">
              <a:extLst>
                <a:ext uri="{FF2B5EF4-FFF2-40B4-BE49-F238E27FC236}">
                  <a16:creationId xmlns:a16="http://schemas.microsoft.com/office/drawing/2014/main" id="{F3CEC54E-89BB-4B17-9E25-5598B35DD281}"/>
                </a:ext>
              </a:extLst>
            </p:cNvPr>
            <p:cNvSpPr>
              <a:spLocks noChangeArrowheads="1"/>
            </p:cNvSpPr>
            <p:nvPr/>
          </p:nvSpPr>
          <p:spPr bwMode="auto">
            <a:xfrm>
              <a:off x="5183195" y="2908299"/>
              <a:ext cx="2741605" cy="338138"/>
            </a:xfrm>
            <a:prstGeom prst="flowChartProcess">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GRADE </a:t>
              </a:r>
              <a:r>
                <a:rPr lang="en-US" altLang="en-US" sz="1200" b="1">
                  <a:sym typeface="Symbol" panose="05050102010706020507" pitchFamily="18" charset="2"/>
                </a:rPr>
                <a:t> </a:t>
              </a:r>
              <a:r>
                <a:rPr lang="en-US" altLang="en-US" sz="1200" b="1"/>
                <a:t>(M1+M2+M3+M4) / 4</a:t>
              </a:r>
              <a:endParaRPr lang="en-US" altLang="en-US"/>
            </a:p>
          </p:txBody>
        </p:sp>
        <p:sp>
          <p:nvSpPr>
            <p:cNvPr id="24" name="Line 13">
              <a:extLst>
                <a:ext uri="{FF2B5EF4-FFF2-40B4-BE49-F238E27FC236}">
                  <a16:creationId xmlns:a16="http://schemas.microsoft.com/office/drawing/2014/main" id="{12A26643-4F26-494B-94CE-DC4BB3A36CB7}"/>
                </a:ext>
              </a:extLst>
            </p:cNvPr>
            <p:cNvSpPr>
              <a:spLocks noChangeShapeType="1"/>
            </p:cNvSpPr>
            <p:nvPr/>
          </p:nvSpPr>
          <p:spPr bwMode="auto">
            <a:xfrm>
              <a:off x="6543675" y="2565399"/>
              <a:ext cx="0" cy="3397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 name="AutoShape 14">
              <a:extLst>
                <a:ext uri="{FF2B5EF4-FFF2-40B4-BE49-F238E27FC236}">
                  <a16:creationId xmlns:a16="http://schemas.microsoft.com/office/drawing/2014/main" id="{657AC912-7781-4B72-A325-AD401B7AC384}"/>
                </a:ext>
              </a:extLst>
            </p:cNvPr>
            <p:cNvSpPr>
              <a:spLocks noChangeArrowheads="1"/>
            </p:cNvSpPr>
            <p:nvPr/>
          </p:nvSpPr>
          <p:spPr bwMode="auto">
            <a:xfrm>
              <a:off x="5605463" y="3497262"/>
              <a:ext cx="1878013" cy="846138"/>
            </a:xfrm>
            <a:prstGeom prst="flowChartDecision">
              <a:avLst/>
            </a:prstGeom>
            <a:solidFill>
              <a:schemeClr val="accent3">
                <a:lumMod val="60000"/>
                <a:lumOff val="40000"/>
              </a:schemeClr>
            </a:solidFill>
            <a:ln w="9525">
              <a:solidFill>
                <a:srgbClr val="000000"/>
              </a:solidFill>
              <a:miter lim="800000"/>
              <a:headEnd/>
              <a:tailEnd/>
            </a:ln>
          </p:spPr>
          <p:txBody>
            <a:bodyPr/>
            <a:lstStyle/>
            <a:p>
              <a:pPr algn="ctr"/>
              <a:endParaRPr lang="en-US" altLang="en-US"/>
            </a:p>
          </p:txBody>
        </p:sp>
        <p:sp>
          <p:nvSpPr>
            <p:cNvPr id="26" name="AutoShape 16">
              <a:extLst>
                <a:ext uri="{FF2B5EF4-FFF2-40B4-BE49-F238E27FC236}">
                  <a16:creationId xmlns:a16="http://schemas.microsoft.com/office/drawing/2014/main" id="{713C495A-B1AB-4C48-BC82-2FD70D6C1AE1}"/>
                </a:ext>
              </a:extLst>
            </p:cNvPr>
            <p:cNvSpPr>
              <a:spLocks noChangeArrowheads="1"/>
            </p:cNvSpPr>
            <p:nvPr/>
          </p:nvSpPr>
          <p:spPr bwMode="auto">
            <a:xfrm>
              <a:off x="7013575" y="4513262"/>
              <a:ext cx="1597025" cy="592138"/>
            </a:xfrm>
            <a:prstGeom prst="flowChartDisplay">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Print</a:t>
              </a:r>
            </a:p>
            <a:p>
              <a:pPr algn="ctr"/>
              <a:r>
                <a:rPr lang="en-US" altLang="en-US" sz="1200" b="1"/>
                <a:t>“FAIL”</a:t>
              </a:r>
              <a:endParaRPr lang="en-US" altLang="en-US"/>
            </a:p>
          </p:txBody>
        </p:sp>
        <p:sp>
          <p:nvSpPr>
            <p:cNvPr id="27" name="Line 17">
              <a:extLst>
                <a:ext uri="{FF2B5EF4-FFF2-40B4-BE49-F238E27FC236}">
                  <a16:creationId xmlns:a16="http://schemas.microsoft.com/office/drawing/2014/main" id="{6A20C6D0-0574-4098-BC37-3D82C8CD3E97}"/>
                </a:ext>
              </a:extLst>
            </p:cNvPr>
            <p:cNvSpPr>
              <a:spLocks noChangeShapeType="1"/>
            </p:cNvSpPr>
            <p:nvPr/>
          </p:nvSpPr>
          <p:spPr bwMode="auto">
            <a:xfrm>
              <a:off x="6543675" y="5359399"/>
              <a:ext cx="0" cy="16986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AutoShape 18">
              <a:extLst>
                <a:ext uri="{FF2B5EF4-FFF2-40B4-BE49-F238E27FC236}">
                  <a16:creationId xmlns:a16="http://schemas.microsoft.com/office/drawing/2014/main" id="{3A3A47D4-8980-4A9F-B0A7-AB6DB46B8550}"/>
                </a:ext>
              </a:extLst>
            </p:cNvPr>
            <p:cNvSpPr>
              <a:spLocks noChangeArrowheads="1"/>
            </p:cNvSpPr>
            <p:nvPr/>
          </p:nvSpPr>
          <p:spPr bwMode="auto">
            <a:xfrm>
              <a:off x="6075363" y="5529262"/>
              <a:ext cx="938213" cy="338138"/>
            </a:xfrm>
            <a:prstGeom prst="flowChartTerminator">
              <a:avLst/>
            </a:prstGeom>
            <a:solidFill>
              <a:schemeClr val="accent3">
                <a:lumMod val="60000"/>
                <a:lumOff val="40000"/>
              </a:schemeClr>
            </a:solidFill>
            <a:ln w="9525">
              <a:solidFill>
                <a:srgbClr val="000000"/>
              </a:solidFill>
              <a:miter lim="800000"/>
              <a:headEnd/>
              <a:tailEnd/>
            </a:ln>
          </p:spPr>
          <p:txBody>
            <a:bodyPr/>
            <a:lstStyle/>
            <a:p>
              <a:pPr algn="ctr"/>
              <a:r>
                <a:rPr lang="en-US" altLang="en-US" sz="1200" b="1"/>
                <a:t>Stop</a:t>
              </a:r>
              <a:endParaRPr lang="en-US" altLang="en-US"/>
            </a:p>
          </p:txBody>
        </p:sp>
        <p:sp>
          <p:nvSpPr>
            <p:cNvPr id="29" name="Line 19">
              <a:extLst>
                <a:ext uri="{FF2B5EF4-FFF2-40B4-BE49-F238E27FC236}">
                  <a16:creationId xmlns:a16="http://schemas.microsoft.com/office/drawing/2014/main" id="{6D161802-90D0-4B4E-933F-AB1BFCB66E48}"/>
                </a:ext>
              </a:extLst>
            </p:cNvPr>
            <p:cNvSpPr>
              <a:spLocks noChangeShapeType="1"/>
            </p:cNvSpPr>
            <p:nvPr/>
          </p:nvSpPr>
          <p:spPr bwMode="auto">
            <a:xfrm>
              <a:off x="5257800" y="5359399"/>
              <a:ext cx="26955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20">
              <a:extLst>
                <a:ext uri="{FF2B5EF4-FFF2-40B4-BE49-F238E27FC236}">
                  <a16:creationId xmlns:a16="http://schemas.microsoft.com/office/drawing/2014/main" id="{1FC9F4C0-DFF3-4752-BAD9-F88E7F1DE263}"/>
                </a:ext>
              </a:extLst>
            </p:cNvPr>
            <p:cNvSpPr>
              <a:spLocks noChangeShapeType="1"/>
            </p:cNvSpPr>
            <p:nvPr/>
          </p:nvSpPr>
          <p:spPr bwMode="auto">
            <a:xfrm flipV="1">
              <a:off x="5257800" y="5105399"/>
              <a:ext cx="0" cy="254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21">
              <a:extLst>
                <a:ext uri="{FF2B5EF4-FFF2-40B4-BE49-F238E27FC236}">
                  <a16:creationId xmlns:a16="http://schemas.microsoft.com/office/drawing/2014/main" id="{19ACDAF9-86F9-4561-9D3F-B3BF5FBEB160}"/>
                </a:ext>
              </a:extLst>
            </p:cNvPr>
            <p:cNvSpPr>
              <a:spLocks noChangeShapeType="1"/>
            </p:cNvSpPr>
            <p:nvPr/>
          </p:nvSpPr>
          <p:spPr bwMode="auto">
            <a:xfrm flipV="1">
              <a:off x="7953375" y="5105399"/>
              <a:ext cx="0" cy="2540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22">
              <a:extLst>
                <a:ext uri="{FF2B5EF4-FFF2-40B4-BE49-F238E27FC236}">
                  <a16:creationId xmlns:a16="http://schemas.microsoft.com/office/drawing/2014/main" id="{75A0F3B8-1AFF-4684-BD45-0F0179AA4C11}"/>
                </a:ext>
              </a:extLst>
            </p:cNvPr>
            <p:cNvSpPr>
              <a:spLocks noChangeShapeType="1"/>
            </p:cNvSpPr>
            <p:nvPr/>
          </p:nvSpPr>
          <p:spPr bwMode="auto">
            <a:xfrm>
              <a:off x="7483475" y="3919537"/>
              <a:ext cx="4540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23">
              <a:extLst>
                <a:ext uri="{FF2B5EF4-FFF2-40B4-BE49-F238E27FC236}">
                  <a16:creationId xmlns:a16="http://schemas.microsoft.com/office/drawing/2014/main" id="{E735D696-6B76-452B-BCF4-D84AE8591D40}"/>
                </a:ext>
              </a:extLst>
            </p:cNvPr>
            <p:cNvSpPr>
              <a:spLocks noChangeShapeType="1"/>
            </p:cNvSpPr>
            <p:nvPr/>
          </p:nvSpPr>
          <p:spPr bwMode="auto">
            <a:xfrm>
              <a:off x="7937500" y="3919537"/>
              <a:ext cx="0" cy="5937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4" name="Line 24">
              <a:extLst>
                <a:ext uri="{FF2B5EF4-FFF2-40B4-BE49-F238E27FC236}">
                  <a16:creationId xmlns:a16="http://schemas.microsoft.com/office/drawing/2014/main" id="{E6241D65-3527-4E75-944E-4A05F68B6263}"/>
                </a:ext>
              </a:extLst>
            </p:cNvPr>
            <p:cNvSpPr>
              <a:spLocks noChangeShapeType="1"/>
            </p:cNvSpPr>
            <p:nvPr/>
          </p:nvSpPr>
          <p:spPr bwMode="auto">
            <a:xfrm>
              <a:off x="5257800" y="3919537"/>
              <a:ext cx="0" cy="5937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5" name="Line 26">
              <a:extLst>
                <a:ext uri="{FF2B5EF4-FFF2-40B4-BE49-F238E27FC236}">
                  <a16:creationId xmlns:a16="http://schemas.microsoft.com/office/drawing/2014/main" id="{0B1510F5-7FE4-4D75-87D4-2190D8DB0370}"/>
                </a:ext>
              </a:extLst>
            </p:cNvPr>
            <p:cNvSpPr>
              <a:spLocks noChangeShapeType="1"/>
            </p:cNvSpPr>
            <p:nvPr/>
          </p:nvSpPr>
          <p:spPr bwMode="auto">
            <a:xfrm>
              <a:off x="6543675" y="3243262"/>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 name="Text Box 27">
              <a:extLst>
                <a:ext uri="{FF2B5EF4-FFF2-40B4-BE49-F238E27FC236}">
                  <a16:creationId xmlns:a16="http://schemas.microsoft.com/office/drawing/2014/main" id="{1B99EBA5-6AD9-49B1-A1D8-01B3335F22C0}"/>
                </a:ext>
              </a:extLst>
            </p:cNvPr>
            <p:cNvSpPr txBox="1">
              <a:spLocks noChangeArrowheads="1"/>
            </p:cNvSpPr>
            <p:nvPr/>
          </p:nvSpPr>
          <p:spPr bwMode="auto">
            <a:xfrm>
              <a:off x="7467600" y="3663949"/>
              <a:ext cx="469900" cy="25241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en-US" sz="1200" b="1"/>
                <a:t>Yes</a:t>
              </a:r>
              <a:endParaRPr lang="en-US" altLang="en-US"/>
            </a:p>
          </p:txBody>
        </p:sp>
        <p:sp>
          <p:nvSpPr>
            <p:cNvPr id="37" name="Text Box 28">
              <a:extLst>
                <a:ext uri="{FF2B5EF4-FFF2-40B4-BE49-F238E27FC236}">
                  <a16:creationId xmlns:a16="http://schemas.microsoft.com/office/drawing/2014/main" id="{6E24937D-A3E1-451F-ACC0-DC67442D291D}"/>
                </a:ext>
              </a:extLst>
            </p:cNvPr>
            <p:cNvSpPr txBox="1">
              <a:spLocks noChangeArrowheads="1"/>
            </p:cNvSpPr>
            <p:nvPr/>
          </p:nvSpPr>
          <p:spPr bwMode="auto">
            <a:xfrm>
              <a:off x="5181600" y="3638549"/>
              <a:ext cx="469900" cy="25400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en-US" sz="1200" b="1"/>
                <a:t>No</a:t>
              </a:r>
              <a:endParaRPr lang="en-US" altLang="en-US"/>
            </a:p>
          </p:txBody>
        </p:sp>
        <p:sp>
          <p:nvSpPr>
            <p:cNvPr id="38" name="Line 33">
              <a:extLst>
                <a:ext uri="{FF2B5EF4-FFF2-40B4-BE49-F238E27FC236}">
                  <a16:creationId xmlns:a16="http://schemas.microsoft.com/office/drawing/2014/main" id="{C7F2276B-F711-43D9-AB3B-4C5E2501137E}"/>
                </a:ext>
              </a:extLst>
            </p:cNvPr>
            <p:cNvSpPr>
              <a:spLocks noChangeShapeType="1"/>
            </p:cNvSpPr>
            <p:nvPr/>
          </p:nvSpPr>
          <p:spPr bwMode="auto">
            <a:xfrm>
              <a:off x="5257799" y="3917949"/>
              <a:ext cx="3476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TextBox 38">
              <a:extLst>
                <a:ext uri="{FF2B5EF4-FFF2-40B4-BE49-F238E27FC236}">
                  <a16:creationId xmlns:a16="http://schemas.microsoft.com/office/drawing/2014/main" id="{BA51AD6C-4BF3-44B1-AA3C-3FE418B66265}"/>
                </a:ext>
              </a:extLst>
            </p:cNvPr>
            <p:cNvSpPr txBox="1"/>
            <p:nvPr/>
          </p:nvSpPr>
          <p:spPr>
            <a:xfrm>
              <a:off x="5805487" y="3657600"/>
              <a:ext cx="1447800" cy="461665"/>
            </a:xfrm>
            <a:prstGeom prst="rect">
              <a:avLst/>
            </a:prstGeom>
            <a:noFill/>
          </p:spPr>
          <p:txBody>
            <a:bodyPr wrap="square" rtlCol="0">
              <a:spAutoFit/>
            </a:bodyPr>
            <a:lstStyle/>
            <a:p>
              <a:pPr algn="ctr"/>
              <a:r>
                <a:rPr lang="en-US" altLang="en-US" sz="1200" b="1"/>
                <a:t>Is</a:t>
              </a:r>
            </a:p>
            <a:p>
              <a:pPr algn="ctr"/>
              <a:r>
                <a:rPr lang="en-US" altLang="en-US" sz="1200" b="1"/>
                <a:t>GRADE &lt; 50 ?</a:t>
              </a:r>
              <a:endParaRPr lang="en-US" sz="1200"/>
            </a:p>
          </p:txBody>
        </p:sp>
      </p:grpSp>
      <mc:AlternateContent xmlns:mc="http://schemas.openxmlformats.org/markup-compatibility/2006">
        <mc:Choice xmlns:a14="http://schemas.microsoft.com/office/drawing/2010/main" Requires="a14">
          <p:sp>
            <p:nvSpPr>
              <p:cNvPr id="40" name="Content Placeholder 2">
                <a:extLst>
                  <a:ext uri="{FF2B5EF4-FFF2-40B4-BE49-F238E27FC236}">
                    <a16:creationId xmlns:a16="http://schemas.microsoft.com/office/drawing/2014/main" id="{A27BD42E-D026-4917-A9FF-1D4710A74643}"/>
                  </a:ext>
                </a:extLst>
              </p:cNvPr>
              <p:cNvSpPr txBox="1">
                <a:spLocks/>
              </p:cNvSpPr>
              <p:nvPr/>
            </p:nvSpPr>
            <p:spPr bwMode="auto">
              <a:xfrm>
                <a:off x="5410200" y="1676400"/>
                <a:ext cx="5257801" cy="2308324"/>
              </a:xfrm>
              <a:prstGeom prst="rect">
                <a:avLst/>
              </a:prstGeom>
            </p:spPr>
            <p:txBody>
              <a:bodyPr>
                <a:spAutoFit/>
              </a:bodyPr>
              <a:lstStyle>
                <a:defPPr>
                  <a:defRPr lang="en-US"/>
                </a:defPPr>
                <a:lvl1pPr marL="0" indent="0">
                  <a:buNone/>
                  <a:defRPr>
                    <a:latin typeface="Consolas" panose="020B0609020204030204" pitchFamily="49" charset="0"/>
                  </a:defRPr>
                </a:lvl1pPr>
              </a:lstStyle>
              <a:p>
                <a:r>
                  <a:rPr lang="en-US"/>
                  <a:t>Input </a:t>
                </a:r>
                <a14:m>
                  <m:oMath xmlns:m="http://schemas.openxmlformats.org/officeDocument/2006/math">
                    <m:r>
                      <a:rPr lang="en-US" dirty="0">
                        <a:latin typeface="Cambria Math" panose="02040503050406030204" pitchFamily="18" charset="0"/>
                      </a:rPr>
                      <m:t>𝑀</m:t>
                    </m:r>
                    <m:r>
                      <a:rPr lang="en-US" dirty="0">
                        <a:latin typeface="Cambria Math" panose="02040503050406030204" pitchFamily="18" charset="0"/>
                      </a:rPr>
                      <m:t>1</m:t>
                    </m:r>
                  </m:oMath>
                </a14:m>
                <a:r>
                  <a:rPr lang="en-US"/>
                  <a:t>, </a:t>
                </a:r>
                <a14:m>
                  <m:oMath xmlns:m="http://schemas.openxmlformats.org/officeDocument/2006/math">
                    <m:r>
                      <a:rPr lang="en-US" dirty="0">
                        <a:latin typeface="Cambria Math" panose="02040503050406030204" pitchFamily="18" charset="0"/>
                      </a:rPr>
                      <m:t>𝑀</m:t>
                    </m:r>
                    <m:r>
                      <a:rPr lang="en-US" dirty="0">
                        <a:latin typeface="Cambria Math" panose="02040503050406030204" pitchFamily="18" charset="0"/>
                      </a:rPr>
                      <m:t>2</m:t>
                    </m:r>
                  </m:oMath>
                </a14:m>
                <a:r>
                  <a:rPr lang="en-US"/>
                  <a:t>, </a:t>
                </a:r>
                <a14:m>
                  <m:oMath xmlns:m="http://schemas.openxmlformats.org/officeDocument/2006/math">
                    <m:r>
                      <a:rPr lang="en-US" dirty="0">
                        <a:latin typeface="Cambria Math" panose="02040503050406030204" pitchFamily="18" charset="0"/>
                      </a:rPr>
                      <m:t>𝑀</m:t>
                    </m:r>
                    <m:r>
                      <a:rPr lang="en-US" dirty="0">
                        <a:latin typeface="Cambria Math" panose="02040503050406030204" pitchFamily="18" charset="0"/>
                      </a:rPr>
                      <m:t>3</m:t>
                    </m:r>
                  </m:oMath>
                </a14:m>
                <a:r>
                  <a:rPr lang="en-US"/>
                  <a:t>, </a:t>
                </a:r>
                <a14:m>
                  <m:oMath xmlns:m="http://schemas.openxmlformats.org/officeDocument/2006/math">
                    <m:r>
                      <a:rPr lang="en-US" dirty="0">
                        <a:latin typeface="Cambria Math" panose="02040503050406030204" pitchFamily="18" charset="0"/>
                      </a:rPr>
                      <m:t>𝑀</m:t>
                    </m:r>
                    <m:r>
                      <a:rPr lang="en-US" dirty="0">
                        <a:latin typeface="Cambria Math" panose="02040503050406030204" pitchFamily="18" charset="0"/>
                      </a:rPr>
                      <m:t>4</m:t>
                    </m:r>
                  </m:oMath>
                </a14:m>
                <a:endParaRPr lang="en-US"/>
              </a:p>
              <a:p>
                <a:endParaRPr lang="en-US" altLang="en-US"/>
              </a:p>
              <a:p>
                <a14:m>
                  <m:oMath xmlns:m="http://schemas.openxmlformats.org/officeDocument/2006/math">
                    <m:r>
                      <a:rPr lang="en-US" altLang="en-US" dirty="0">
                        <a:latin typeface="Cambria Math" panose="02040503050406030204" pitchFamily="18" charset="0"/>
                      </a:rPr>
                      <m:t>𝐺𝑅𝐴𝐷𝐸</m:t>
                    </m:r>
                    <m:r>
                      <m:rPr>
                        <m:nor/>
                      </m:rPr>
                      <a:rPr lang="en-US" altLang="en-US" dirty="0">
                        <a:sym typeface="Symbol" panose="05050102010706020507" pitchFamily="18" charset="2"/>
                      </a:rPr>
                      <m:t></m:t>
                    </m:r>
                    <m:r>
                      <a:rPr lang="en-US" altLang="en-US" dirty="0">
                        <a:latin typeface="Cambria Math" panose="02040503050406030204" pitchFamily="18" charset="0"/>
                      </a:rPr>
                      <m:t>(</m:t>
                    </m:r>
                    <m:r>
                      <a:rPr lang="en-US" altLang="en-US" dirty="0">
                        <a:latin typeface="Cambria Math" panose="02040503050406030204" pitchFamily="18" charset="0"/>
                      </a:rPr>
                      <m:t>𝑀</m:t>
                    </m:r>
                    <m:r>
                      <a:rPr lang="en-US" altLang="en-US" dirty="0">
                        <a:latin typeface="Cambria Math" panose="02040503050406030204" pitchFamily="18" charset="0"/>
                      </a:rPr>
                      <m:t>1+</m:t>
                    </m:r>
                    <m:r>
                      <a:rPr lang="en-US" altLang="en-US" dirty="0">
                        <a:latin typeface="Cambria Math" panose="02040503050406030204" pitchFamily="18" charset="0"/>
                      </a:rPr>
                      <m:t>𝑀</m:t>
                    </m:r>
                    <m:r>
                      <a:rPr lang="en-US" altLang="en-US" dirty="0">
                        <a:latin typeface="Cambria Math" panose="02040503050406030204" pitchFamily="18" charset="0"/>
                      </a:rPr>
                      <m:t>2+</m:t>
                    </m:r>
                    <m:r>
                      <a:rPr lang="en-US" altLang="en-US" dirty="0">
                        <a:latin typeface="Cambria Math" panose="02040503050406030204" pitchFamily="18" charset="0"/>
                      </a:rPr>
                      <m:t>𝑀</m:t>
                    </m:r>
                    <m:r>
                      <a:rPr lang="en-US" altLang="en-US" dirty="0">
                        <a:latin typeface="Cambria Math" panose="02040503050406030204" pitchFamily="18" charset="0"/>
                      </a:rPr>
                      <m:t>3+</m:t>
                    </m:r>
                    <m:r>
                      <a:rPr lang="en-US" altLang="en-US" dirty="0">
                        <a:latin typeface="Cambria Math" panose="02040503050406030204" pitchFamily="18" charset="0"/>
                      </a:rPr>
                      <m:t>𝑀</m:t>
                    </m:r>
                    <m:r>
                      <a:rPr lang="en-US" altLang="en-US" dirty="0">
                        <a:latin typeface="Cambria Math" panose="02040503050406030204" pitchFamily="18" charset="0"/>
                      </a:rPr>
                      <m:t>4)/4</m:t>
                    </m:r>
                  </m:oMath>
                </a14:m>
                <a:r>
                  <a:rPr lang="en-US" altLang="en-US"/>
                  <a:t> </a:t>
                </a:r>
              </a:p>
              <a:p>
                <a:endParaRPr lang="en-US"/>
              </a:p>
              <a:p>
                <a:r>
                  <a:rPr lang="en-US"/>
                  <a:t>if </a:t>
                </a:r>
                <a14:m>
                  <m:oMath xmlns:m="http://schemas.openxmlformats.org/officeDocument/2006/math">
                    <m:r>
                      <a:rPr lang="en-US" dirty="0">
                        <a:latin typeface="Cambria Math" panose="02040503050406030204" pitchFamily="18" charset="0"/>
                      </a:rPr>
                      <m:t>𝐺𝑅𝐴𝐷𝐸</m:t>
                    </m:r>
                    <m:r>
                      <a:rPr lang="en-US" dirty="0">
                        <a:latin typeface="Cambria Math" panose="02040503050406030204" pitchFamily="18" charset="0"/>
                      </a:rPr>
                      <m:t>&lt;50</m:t>
                    </m:r>
                  </m:oMath>
                </a14:m>
                <a:r>
                  <a:rPr lang="en-US"/>
                  <a:t> then</a:t>
                </a:r>
              </a:p>
              <a:p>
                <a:r>
                  <a:rPr lang="en-US"/>
                  <a:t>    Print “FAIL”</a:t>
                </a:r>
              </a:p>
              <a:p>
                <a:r>
                  <a:rPr lang="en-US"/>
                  <a:t>else</a:t>
                </a:r>
              </a:p>
              <a:p>
                <a:r>
                  <a:rPr lang="en-US"/>
                  <a:t>    Print “PASS”</a:t>
                </a:r>
              </a:p>
            </p:txBody>
          </p:sp>
        </mc:Choice>
        <mc:Fallback>
          <p:sp>
            <p:nvSpPr>
              <p:cNvPr id="40" name="Content Placeholder 2">
                <a:extLst>
                  <a:ext uri="{FF2B5EF4-FFF2-40B4-BE49-F238E27FC236}">
                    <a16:creationId xmlns:a16="http://schemas.microsoft.com/office/drawing/2014/main" id="{A27BD42E-D026-4917-A9FF-1D4710A74643}"/>
                  </a:ext>
                </a:extLst>
              </p:cNvPr>
              <p:cNvSpPr txBox="1">
                <a:spLocks noRot="1" noChangeAspect="1" noMove="1" noResize="1" noEditPoints="1" noAdjustHandles="1" noChangeArrowheads="1" noChangeShapeType="1" noTextEdit="1"/>
              </p:cNvSpPr>
              <p:nvPr/>
            </p:nvSpPr>
            <p:spPr bwMode="auto">
              <a:xfrm>
                <a:off x="5410200" y="1676400"/>
                <a:ext cx="5257801" cy="2308324"/>
              </a:xfrm>
              <a:prstGeom prst="rect">
                <a:avLst/>
              </a:prstGeom>
              <a:blipFill>
                <a:blip r:embed="rId2"/>
                <a:stretch>
                  <a:fillRect l="-1044" t="-1319" b="-3166"/>
                </a:stretch>
              </a:blipFill>
            </p:spPr>
            <p:txBody>
              <a:bodyPr/>
              <a:lstStyle/>
              <a:p>
                <a:r>
                  <a:rPr lang="en-US">
                    <a:noFill/>
                  </a:rPr>
                  <a:t> </a:t>
                </a:r>
              </a:p>
            </p:txBody>
          </p:sp>
        </mc:Fallback>
      </mc:AlternateContent>
    </p:spTree>
    <p:extLst>
      <p:ext uri="{BB962C8B-B14F-4D97-AF65-F5344CB8AC3E}">
        <p14:creationId xmlns:p14="http://schemas.microsoft.com/office/powerpoint/2010/main" val="1665907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29</a:t>
            </a:fld>
            <a:endParaRPr lang="en-US"/>
          </a:p>
        </p:txBody>
      </p:sp>
      <p:sp>
        <p:nvSpPr>
          <p:cNvPr id="2" name="Title 1"/>
          <p:cNvSpPr>
            <a:spLocks noGrp="1"/>
          </p:cNvSpPr>
          <p:nvPr>
            <p:ph type="title"/>
          </p:nvPr>
        </p:nvSpPr>
        <p:spPr/>
        <p:txBody>
          <a:bodyPr/>
          <a:lstStyle/>
          <a:p>
            <a:r>
              <a:rPr lang="en-US" altLang="en-US" err="1"/>
              <a:t>Ngôn</a:t>
            </a:r>
            <a:r>
              <a:rPr lang="en-US" altLang="en-US"/>
              <a:t> </a:t>
            </a:r>
            <a:r>
              <a:rPr lang="en-US" altLang="en-US" err="1"/>
              <a:t>ngữ</a:t>
            </a:r>
            <a:r>
              <a:rPr lang="en-US" altLang="en-US"/>
              <a:t> </a:t>
            </a:r>
            <a:r>
              <a:rPr lang="en-US" altLang="en-US" err="1"/>
              <a:t>tựa</a:t>
            </a:r>
            <a:r>
              <a:rPr lang="en-US" altLang="en-US"/>
              <a:t> </a:t>
            </a:r>
            <a:r>
              <a:rPr lang="en-US" altLang="en-US" err="1"/>
              <a:t>lập</a:t>
            </a:r>
            <a:r>
              <a:rPr lang="en-US" altLang="en-US"/>
              <a:t> </a:t>
            </a:r>
            <a:r>
              <a:rPr lang="en-US" altLang="en-US" err="1"/>
              <a:t>trình</a:t>
            </a:r>
            <a:r>
              <a:rPr lang="en-US" altLang="en-US"/>
              <a:t> (</a:t>
            </a:r>
            <a:r>
              <a:rPr lang="en-US" altLang="en-US" err="1"/>
              <a:t>giả</a:t>
            </a:r>
            <a:r>
              <a:rPr lang="en-US" altLang="en-US"/>
              <a:t> </a:t>
            </a:r>
            <a:r>
              <a:rPr lang="en-US" altLang="en-US" err="1"/>
              <a:t>mã</a:t>
            </a:r>
            <a:r>
              <a:rPr lang="en-US" altLang="en-US"/>
              <a:t>, pseudo code)</a:t>
            </a:r>
            <a:endParaRPr lang="en-US"/>
          </a:p>
        </p:txBody>
      </p:sp>
      <p:sp>
        <p:nvSpPr>
          <p:cNvPr id="3" name="Content Placeholder 2"/>
          <p:cNvSpPr>
            <a:spLocks noGrp="1"/>
          </p:cNvSpPr>
          <p:nvPr>
            <p:ph type="body" sz="quarter" idx="13"/>
          </p:nvPr>
        </p:nvSpPr>
        <p:spPr/>
        <p:txBody>
          <a:bodyPr/>
          <a:lstStyle/>
          <a:p>
            <a:r>
              <a:rPr lang="en-US" err="1"/>
              <a:t>Ví</a:t>
            </a:r>
            <a:r>
              <a:rPr lang="en-US"/>
              <a:t> </a:t>
            </a:r>
            <a:r>
              <a:rPr lang="en-US" err="1"/>
              <a:t>dụ</a:t>
            </a:r>
            <a:r>
              <a:rPr lang="en-US"/>
              <a:t>:</a:t>
            </a:r>
          </a:p>
          <a:p>
            <a:endParaRPr lang="en-US"/>
          </a:p>
        </p:txBody>
      </p:sp>
      <p:grpSp>
        <p:nvGrpSpPr>
          <p:cNvPr id="6" name="Group 5">
            <a:extLst>
              <a:ext uri="{FF2B5EF4-FFF2-40B4-BE49-F238E27FC236}">
                <a16:creationId xmlns:a16="http://schemas.microsoft.com/office/drawing/2014/main" id="{9C9FFE28-8D25-4202-BB86-0EAB0D92329E}"/>
              </a:ext>
            </a:extLst>
          </p:cNvPr>
          <p:cNvGrpSpPr/>
          <p:nvPr/>
        </p:nvGrpSpPr>
        <p:grpSpPr>
          <a:xfrm>
            <a:off x="479663" y="1102601"/>
            <a:ext cx="4527490" cy="4871880"/>
            <a:chOff x="3473510" y="1454149"/>
            <a:chExt cx="4527490" cy="4871880"/>
          </a:xfrm>
        </p:grpSpPr>
        <p:sp>
          <p:nvSpPr>
            <p:cNvPr id="7" name="AutoShape 9">
              <a:extLst>
                <a:ext uri="{FF2B5EF4-FFF2-40B4-BE49-F238E27FC236}">
                  <a16:creationId xmlns:a16="http://schemas.microsoft.com/office/drawing/2014/main" id="{AF4930E2-BF25-4C87-91E7-87346F436DE5}"/>
                </a:ext>
              </a:extLst>
            </p:cNvPr>
            <p:cNvSpPr>
              <a:spLocks noChangeArrowheads="1"/>
            </p:cNvSpPr>
            <p:nvPr/>
          </p:nvSpPr>
          <p:spPr bwMode="auto">
            <a:xfrm>
              <a:off x="6070600" y="1454149"/>
              <a:ext cx="939800" cy="338138"/>
            </a:xfrm>
            <a:prstGeom prst="flowChartTerminator">
              <a:avLst/>
            </a:prstGeom>
            <a:solidFill>
              <a:schemeClr val="accent3">
                <a:lumMod val="60000"/>
                <a:lumOff val="40000"/>
              </a:schemeClr>
            </a:solidFill>
            <a:ln w="9525">
              <a:solidFill>
                <a:srgbClr val="000000"/>
              </a:solidFill>
              <a:miter lim="800000"/>
              <a:headEnd/>
              <a:tailEnd/>
            </a:ln>
          </p:spPr>
          <p:txBody>
            <a:bodyPr/>
            <a:lstStyle/>
            <a:p>
              <a:pPr algn="ctr"/>
              <a:r>
                <a:rPr lang="en-US" altLang="en-US" sz="1200" b="1"/>
                <a:t>Start</a:t>
              </a:r>
              <a:endParaRPr lang="en-US" altLang="en-US"/>
            </a:p>
          </p:txBody>
        </p:sp>
        <p:sp>
          <p:nvSpPr>
            <p:cNvPr id="8" name="Line 10">
              <a:extLst>
                <a:ext uri="{FF2B5EF4-FFF2-40B4-BE49-F238E27FC236}">
                  <a16:creationId xmlns:a16="http://schemas.microsoft.com/office/drawing/2014/main" id="{9218E325-E690-44C6-8342-5505D61422F1}"/>
                </a:ext>
              </a:extLst>
            </p:cNvPr>
            <p:cNvSpPr>
              <a:spLocks noChangeShapeType="1"/>
            </p:cNvSpPr>
            <p:nvPr/>
          </p:nvSpPr>
          <p:spPr bwMode="auto">
            <a:xfrm>
              <a:off x="6540500" y="1792287"/>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 name="AutoShape 11">
              <a:extLst>
                <a:ext uri="{FF2B5EF4-FFF2-40B4-BE49-F238E27FC236}">
                  <a16:creationId xmlns:a16="http://schemas.microsoft.com/office/drawing/2014/main" id="{69716BE6-16B6-404F-BA4D-F14521445E7E}"/>
                </a:ext>
              </a:extLst>
            </p:cNvPr>
            <p:cNvSpPr>
              <a:spLocks noChangeArrowheads="1"/>
            </p:cNvSpPr>
            <p:nvPr/>
          </p:nvSpPr>
          <p:spPr bwMode="auto">
            <a:xfrm>
              <a:off x="5870913" y="2057797"/>
              <a:ext cx="1330718" cy="327024"/>
            </a:xfrm>
            <a:prstGeom prst="flowChartInputOutput">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Input N</a:t>
              </a:r>
              <a:endParaRPr lang="en-US" altLang="en-US"/>
            </a:p>
          </p:txBody>
        </p:sp>
        <p:sp>
          <p:nvSpPr>
            <p:cNvPr id="10" name="AutoShape 12">
              <a:extLst>
                <a:ext uri="{FF2B5EF4-FFF2-40B4-BE49-F238E27FC236}">
                  <a16:creationId xmlns:a16="http://schemas.microsoft.com/office/drawing/2014/main" id="{C1995510-A624-4A34-ADFA-4F0C2864B8F1}"/>
                </a:ext>
              </a:extLst>
            </p:cNvPr>
            <p:cNvSpPr>
              <a:spLocks noChangeArrowheads="1"/>
            </p:cNvSpPr>
            <p:nvPr/>
          </p:nvSpPr>
          <p:spPr bwMode="auto">
            <a:xfrm>
              <a:off x="5914229" y="2624136"/>
              <a:ext cx="1235074" cy="434976"/>
            </a:xfrm>
            <a:prstGeom prst="flowChartProcess">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SUM </a:t>
              </a:r>
              <a:r>
                <a:rPr lang="en-US" altLang="en-US" sz="1200" b="1">
                  <a:sym typeface="Symbol" panose="05050102010706020507" pitchFamily="18" charset="2"/>
                </a:rPr>
                <a:t> </a:t>
              </a:r>
              <a:r>
                <a:rPr lang="en-US" altLang="en-US" sz="1200" b="1"/>
                <a:t>0</a:t>
              </a:r>
            </a:p>
            <a:p>
              <a:pPr algn="ctr"/>
              <a:r>
                <a:rPr lang="en-US" altLang="en-US" sz="1200" b="1" err="1"/>
                <a:t>i</a:t>
              </a:r>
              <a:r>
                <a:rPr lang="en-US" altLang="en-US" sz="1200" b="1"/>
                <a:t> </a:t>
              </a:r>
              <a:r>
                <a:rPr lang="en-US" altLang="en-US" sz="1200" b="1">
                  <a:sym typeface="Symbol" panose="05050102010706020507" pitchFamily="18" charset="2"/>
                </a:rPr>
                <a:t></a:t>
              </a:r>
              <a:r>
                <a:rPr lang="en-US" altLang="en-US" sz="1200" b="1"/>
                <a:t> 0</a:t>
              </a:r>
            </a:p>
          </p:txBody>
        </p:sp>
        <p:sp>
          <p:nvSpPr>
            <p:cNvPr id="11" name="Line 13">
              <a:extLst>
                <a:ext uri="{FF2B5EF4-FFF2-40B4-BE49-F238E27FC236}">
                  <a16:creationId xmlns:a16="http://schemas.microsoft.com/office/drawing/2014/main" id="{40B1D70F-7194-422D-A23F-EA712EB33CBE}"/>
                </a:ext>
              </a:extLst>
            </p:cNvPr>
            <p:cNvSpPr>
              <a:spLocks noChangeShapeType="1"/>
            </p:cNvSpPr>
            <p:nvPr/>
          </p:nvSpPr>
          <p:spPr bwMode="auto">
            <a:xfrm>
              <a:off x="6543678" y="2381250"/>
              <a:ext cx="0" cy="24288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 name="AutoShape 16">
              <a:extLst>
                <a:ext uri="{FF2B5EF4-FFF2-40B4-BE49-F238E27FC236}">
                  <a16:creationId xmlns:a16="http://schemas.microsoft.com/office/drawing/2014/main" id="{5078A9F9-E8CF-47F3-9684-2699BFA3863F}"/>
                </a:ext>
              </a:extLst>
            </p:cNvPr>
            <p:cNvSpPr>
              <a:spLocks noChangeArrowheads="1"/>
            </p:cNvSpPr>
            <p:nvPr/>
          </p:nvSpPr>
          <p:spPr bwMode="auto">
            <a:xfrm>
              <a:off x="3695543" y="5300677"/>
              <a:ext cx="971644" cy="436559"/>
            </a:xfrm>
            <a:prstGeom prst="flowChartDisplay">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Print AVG</a:t>
              </a:r>
              <a:endParaRPr lang="en-US" altLang="en-US"/>
            </a:p>
          </p:txBody>
        </p:sp>
        <p:sp>
          <p:nvSpPr>
            <p:cNvPr id="13" name="AutoShape 18">
              <a:extLst>
                <a:ext uri="{FF2B5EF4-FFF2-40B4-BE49-F238E27FC236}">
                  <a16:creationId xmlns:a16="http://schemas.microsoft.com/office/drawing/2014/main" id="{8B59958F-F0EC-490B-886A-0E4F03A7D02D}"/>
                </a:ext>
              </a:extLst>
            </p:cNvPr>
            <p:cNvSpPr>
              <a:spLocks noChangeArrowheads="1"/>
            </p:cNvSpPr>
            <p:nvPr/>
          </p:nvSpPr>
          <p:spPr bwMode="auto">
            <a:xfrm>
              <a:off x="3712258" y="5987891"/>
              <a:ext cx="938213" cy="338138"/>
            </a:xfrm>
            <a:prstGeom prst="flowChartTerminator">
              <a:avLst/>
            </a:prstGeom>
            <a:solidFill>
              <a:schemeClr val="accent3">
                <a:lumMod val="60000"/>
                <a:lumOff val="40000"/>
              </a:schemeClr>
            </a:solidFill>
            <a:ln w="9525">
              <a:solidFill>
                <a:srgbClr val="000000"/>
              </a:solidFill>
              <a:miter lim="800000"/>
              <a:headEnd/>
              <a:tailEnd/>
            </a:ln>
          </p:spPr>
          <p:txBody>
            <a:bodyPr/>
            <a:lstStyle/>
            <a:p>
              <a:pPr algn="ctr"/>
              <a:r>
                <a:rPr lang="en-US" altLang="en-US" sz="1200" b="1"/>
                <a:t>Stop</a:t>
              </a:r>
              <a:endParaRPr lang="en-US" altLang="en-US"/>
            </a:p>
          </p:txBody>
        </p:sp>
        <p:sp>
          <p:nvSpPr>
            <p:cNvPr id="14" name="Line 23">
              <a:extLst>
                <a:ext uri="{FF2B5EF4-FFF2-40B4-BE49-F238E27FC236}">
                  <a16:creationId xmlns:a16="http://schemas.microsoft.com/office/drawing/2014/main" id="{58990537-E317-4F65-885B-6FEECD966B7F}"/>
                </a:ext>
              </a:extLst>
            </p:cNvPr>
            <p:cNvSpPr>
              <a:spLocks noChangeShapeType="1"/>
            </p:cNvSpPr>
            <p:nvPr/>
          </p:nvSpPr>
          <p:spPr bwMode="auto">
            <a:xfrm flipH="1">
              <a:off x="4889444" y="4820443"/>
              <a:ext cx="106729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 name="Line 26">
              <a:extLst>
                <a:ext uri="{FF2B5EF4-FFF2-40B4-BE49-F238E27FC236}">
                  <a16:creationId xmlns:a16="http://schemas.microsoft.com/office/drawing/2014/main" id="{BFE9B3D5-067D-4083-B87A-8631A6D350B9}"/>
                </a:ext>
              </a:extLst>
            </p:cNvPr>
            <p:cNvSpPr>
              <a:spLocks noChangeShapeType="1"/>
            </p:cNvSpPr>
            <p:nvPr/>
          </p:nvSpPr>
          <p:spPr bwMode="auto">
            <a:xfrm>
              <a:off x="6543675" y="3059112"/>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6" name="Text Box 27">
              <a:extLst>
                <a:ext uri="{FF2B5EF4-FFF2-40B4-BE49-F238E27FC236}">
                  <a16:creationId xmlns:a16="http://schemas.microsoft.com/office/drawing/2014/main" id="{CD785937-6817-4076-A802-7EFB9FFE3669}"/>
                </a:ext>
              </a:extLst>
            </p:cNvPr>
            <p:cNvSpPr txBox="1">
              <a:spLocks noChangeArrowheads="1"/>
            </p:cNvSpPr>
            <p:nvPr/>
          </p:nvSpPr>
          <p:spPr bwMode="auto">
            <a:xfrm>
              <a:off x="7479248" y="4525173"/>
              <a:ext cx="469900" cy="252413"/>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en-US" sz="1200" b="1"/>
                <a:t>No</a:t>
              </a:r>
              <a:endParaRPr lang="en-US" altLang="en-US"/>
            </a:p>
          </p:txBody>
        </p:sp>
        <p:sp>
          <p:nvSpPr>
            <p:cNvPr id="17" name="Text Box 28">
              <a:extLst>
                <a:ext uri="{FF2B5EF4-FFF2-40B4-BE49-F238E27FC236}">
                  <a16:creationId xmlns:a16="http://schemas.microsoft.com/office/drawing/2014/main" id="{DEC4AF29-6509-419F-8C8B-C6BDE27E4301}"/>
                </a:ext>
              </a:extLst>
            </p:cNvPr>
            <p:cNvSpPr txBox="1">
              <a:spLocks noChangeArrowheads="1"/>
            </p:cNvSpPr>
            <p:nvPr/>
          </p:nvSpPr>
          <p:spPr bwMode="auto">
            <a:xfrm>
              <a:off x="5118513" y="4568879"/>
              <a:ext cx="469900" cy="25400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en-US" sz="1200" b="1"/>
                <a:t>Yes</a:t>
              </a:r>
              <a:endParaRPr lang="en-US" altLang="en-US"/>
            </a:p>
          </p:txBody>
        </p:sp>
        <p:sp>
          <p:nvSpPr>
            <p:cNvPr id="18" name="Line 33">
              <a:extLst>
                <a:ext uri="{FF2B5EF4-FFF2-40B4-BE49-F238E27FC236}">
                  <a16:creationId xmlns:a16="http://schemas.microsoft.com/office/drawing/2014/main" id="{A5447D88-175C-4D39-8039-46F36F27F67B}"/>
                </a:ext>
              </a:extLst>
            </p:cNvPr>
            <p:cNvSpPr>
              <a:spLocks noChangeShapeType="1"/>
            </p:cNvSpPr>
            <p:nvPr/>
          </p:nvSpPr>
          <p:spPr bwMode="auto">
            <a:xfrm>
              <a:off x="6540500" y="3178175"/>
              <a:ext cx="1460500" cy="0"/>
            </a:xfrm>
            <a:prstGeom prst="line">
              <a:avLst/>
            </a:prstGeom>
            <a:noFill/>
            <a:ln w="9525">
              <a:solidFill>
                <a:srgbClr val="000000"/>
              </a:solidFill>
              <a:round/>
              <a:headEnd type="triangle"/>
              <a:tailEnd/>
            </a:ln>
            <a:extLst>
              <a:ext uri="{909E8E84-426E-40DD-AFC4-6F175D3DCCD1}">
                <a14:hiddenFill xmlns:a14="http://schemas.microsoft.com/office/drawing/2010/main">
                  <a:noFill/>
                </a14:hiddenFill>
              </a:ext>
            </a:extLst>
          </p:spPr>
          <p:txBody>
            <a:bodyPr/>
            <a:lstStyle/>
            <a:p>
              <a:endParaRPr lang="en-US"/>
            </a:p>
          </p:txBody>
        </p:sp>
        <p:sp>
          <p:nvSpPr>
            <p:cNvPr id="19" name="AutoShape 12">
              <a:extLst>
                <a:ext uri="{FF2B5EF4-FFF2-40B4-BE49-F238E27FC236}">
                  <a16:creationId xmlns:a16="http://schemas.microsoft.com/office/drawing/2014/main" id="{8DC62CAA-63AC-4155-8354-616B3D41771D}"/>
                </a:ext>
              </a:extLst>
            </p:cNvPr>
            <p:cNvSpPr>
              <a:spLocks noChangeArrowheads="1"/>
            </p:cNvSpPr>
            <p:nvPr/>
          </p:nvSpPr>
          <p:spPr bwMode="auto">
            <a:xfrm>
              <a:off x="5823288" y="3871115"/>
              <a:ext cx="1415711" cy="434976"/>
            </a:xfrm>
            <a:prstGeom prst="flowChartProcess">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SUM </a:t>
              </a:r>
              <a:r>
                <a:rPr lang="en-US" altLang="en-US" sz="1200" b="1">
                  <a:sym typeface="Symbol" panose="05050102010706020507" pitchFamily="18" charset="2"/>
                </a:rPr>
                <a:t> SUM + A</a:t>
              </a:r>
            </a:p>
            <a:p>
              <a:pPr algn="ctr"/>
              <a:r>
                <a:rPr lang="en-US" altLang="en-US" sz="1200" b="1" err="1">
                  <a:sym typeface="Symbol" panose="05050102010706020507" pitchFamily="18" charset="2"/>
                </a:rPr>
                <a:t>i</a:t>
              </a:r>
              <a:r>
                <a:rPr lang="en-US" altLang="en-US" sz="1200" b="1">
                  <a:sym typeface="Symbol" panose="05050102010706020507" pitchFamily="18" charset="2"/>
                </a:rPr>
                <a:t>  </a:t>
              </a:r>
              <a:r>
                <a:rPr lang="en-US" altLang="en-US" sz="1200" b="1" err="1">
                  <a:sym typeface="Symbol" panose="05050102010706020507" pitchFamily="18" charset="2"/>
                </a:rPr>
                <a:t>i</a:t>
              </a:r>
              <a:r>
                <a:rPr lang="en-US" altLang="en-US" sz="1200" b="1">
                  <a:sym typeface="Symbol" panose="05050102010706020507" pitchFamily="18" charset="2"/>
                </a:rPr>
                <a:t> + 1</a:t>
              </a:r>
              <a:endParaRPr lang="en-US" altLang="en-US" sz="1200" b="1"/>
            </a:p>
          </p:txBody>
        </p:sp>
        <p:sp>
          <p:nvSpPr>
            <p:cNvPr id="20" name="AutoShape 11">
              <a:extLst>
                <a:ext uri="{FF2B5EF4-FFF2-40B4-BE49-F238E27FC236}">
                  <a16:creationId xmlns:a16="http://schemas.microsoft.com/office/drawing/2014/main" id="{B1B87871-1240-4B62-9CC7-14D8E8DD740F}"/>
                </a:ext>
              </a:extLst>
            </p:cNvPr>
            <p:cNvSpPr>
              <a:spLocks noChangeArrowheads="1"/>
            </p:cNvSpPr>
            <p:nvPr/>
          </p:nvSpPr>
          <p:spPr bwMode="auto">
            <a:xfrm>
              <a:off x="5870913" y="3304377"/>
              <a:ext cx="1330718" cy="327022"/>
            </a:xfrm>
            <a:prstGeom prst="flowChartInputOutput">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Input A</a:t>
              </a:r>
              <a:endParaRPr lang="en-US" altLang="en-US"/>
            </a:p>
          </p:txBody>
        </p:sp>
        <p:sp>
          <p:nvSpPr>
            <p:cNvPr id="21" name="Line 21">
              <a:extLst>
                <a:ext uri="{FF2B5EF4-FFF2-40B4-BE49-F238E27FC236}">
                  <a16:creationId xmlns:a16="http://schemas.microsoft.com/office/drawing/2014/main" id="{218555F2-2F59-4DAD-8442-3F11E10760CA}"/>
                </a:ext>
              </a:extLst>
            </p:cNvPr>
            <p:cNvSpPr>
              <a:spLocks noChangeShapeType="1"/>
            </p:cNvSpPr>
            <p:nvPr/>
          </p:nvSpPr>
          <p:spPr bwMode="auto">
            <a:xfrm flipV="1">
              <a:off x="8001000" y="3178175"/>
              <a:ext cx="0" cy="16422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Line 33">
              <a:extLst>
                <a:ext uri="{FF2B5EF4-FFF2-40B4-BE49-F238E27FC236}">
                  <a16:creationId xmlns:a16="http://schemas.microsoft.com/office/drawing/2014/main" id="{DDF3EE9A-43CE-4650-A6BD-0D0E0D16F5D6}"/>
                </a:ext>
              </a:extLst>
            </p:cNvPr>
            <p:cNvSpPr>
              <a:spLocks noChangeShapeType="1"/>
            </p:cNvSpPr>
            <p:nvPr/>
          </p:nvSpPr>
          <p:spPr bwMode="auto">
            <a:xfrm>
              <a:off x="7149303" y="4820451"/>
              <a:ext cx="85169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10">
              <a:extLst>
                <a:ext uri="{FF2B5EF4-FFF2-40B4-BE49-F238E27FC236}">
                  <a16:creationId xmlns:a16="http://schemas.microsoft.com/office/drawing/2014/main" id="{04B197A7-8D2D-4408-9CBA-610093D83E12}"/>
                </a:ext>
              </a:extLst>
            </p:cNvPr>
            <p:cNvSpPr>
              <a:spLocks noChangeShapeType="1"/>
            </p:cNvSpPr>
            <p:nvPr/>
          </p:nvSpPr>
          <p:spPr bwMode="auto">
            <a:xfrm>
              <a:off x="6540500" y="3625850"/>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 name="Line 10">
              <a:extLst>
                <a:ext uri="{FF2B5EF4-FFF2-40B4-BE49-F238E27FC236}">
                  <a16:creationId xmlns:a16="http://schemas.microsoft.com/office/drawing/2014/main" id="{12B8C58A-D081-4439-976D-13C8C4A43609}"/>
                </a:ext>
              </a:extLst>
            </p:cNvPr>
            <p:cNvSpPr>
              <a:spLocks noChangeShapeType="1"/>
            </p:cNvSpPr>
            <p:nvPr/>
          </p:nvSpPr>
          <p:spPr bwMode="auto">
            <a:xfrm>
              <a:off x="6540500" y="4306091"/>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5" name="AutoShape 14">
              <a:extLst>
                <a:ext uri="{FF2B5EF4-FFF2-40B4-BE49-F238E27FC236}">
                  <a16:creationId xmlns:a16="http://schemas.microsoft.com/office/drawing/2014/main" id="{7233C6EF-B51D-40E5-B43B-004D4D36110C}"/>
                </a:ext>
              </a:extLst>
            </p:cNvPr>
            <p:cNvSpPr>
              <a:spLocks noChangeArrowheads="1"/>
            </p:cNvSpPr>
            <p:nvPr/>
          </p:nvSpPr>
          <p:spPr bwMode="auto">
            <a:xfrm>
              <a:off x="5884257" y="4572852"/>
              <a:ext cx="1326168" cy="480963"/>
            </a:xfrm>
            <a:prstGeom prst="flowChartDecision">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err="1"/>
                <a:t>i</a:t>
              </a:r>
              <a:r>
                <a:rPr lang="en-US" altLang="en-US" sz="1200" b="1"/>
                <a:t> = N ?</a:t>
              </a:r>
              <a:endParaRPr lang="en-US" sz="1200" b="1"/>
            </a:p>
          </p:txBody>
        </p:sp>
        <p:sp>
          <p:nvSpPr>
            <p:cNvPr id="26" name="AutoShape 12">
              <a:extLst>
                <a:ext uri="{FF2B5EF4-FFF2-40B4-BE49-F238E27FC236}">
                  <a16:creationId xmlns:a16="http://schemas.microsoft.com/office/drawing/2014/main" id="{9E513002-C042-47B9-88A4-CB3A2ED84CF9}"/>
                </a:ext>
              </a:extLst>
            </p:cNvPr>
            <p:cNvSpPr>
              <a:spLocks noChangeArrowheads="1"/>
            </p:cNvSpPr>
            <p:nvPr/>
          </p:nvSpPr>
          <p:spPr bwMode="auto">
            <a:xfrm>
              <a:off x="3473510" y="4595845"/>
              <a:ext cx="1415711" cy="434976"/>
            </a:xfrm>
            <a:prstGeom prst="flowChartProcess">
              <a:avLst/>
            </a:prstGeom>
            <a:solidFill>
              <a:schemeClr val="accent3">
                <a:lumMod val="60000"/>
                <a:lumOff val="40000"/>
              </a:schemeClr>
            </a:solidFill>
            <a:ln w="9525">
              <a:solidFill>
                <a:srgbClr val="000000"/>
              </a:solidFill>
              <a:miter lim="800000"/>
              <a:headEnd/>
              <a:tailEnd/>
            </a:ln>
          </p:spPr>
          <p:txBody>
            <a:bodyPr anchor="ctr" anchorCtr="0"/>
            <a:lstStyle/>
            <a:p>
              <a:pPr algn="ctr"/>
              <a:r>
                <a:rPr lang="en-US" altLang="en-US" sz="1200" b="1"/>
                <a:t>AVG </a:t>
              </a:r>
              <a:r>
                <a:rPr lang="en-US" altLang="en-US" sz="1200" b="1">
                  <a:sym typeface="Symbol" panose="05050102010706020507" pitchFamily="18" charset="2"/>
                </a:rPr>
                <a:t> SUM / N</a:t>
              </a:r>
              <a:endParaRPr lang="en-US" altLang="en-US" sz="1200" b="1"/>
            </a:p>
          </p:txBody>
        </p:sp>
        <p:sp>
          <p:nvSpPr>
            <p:cNvPr id="27" name="Line 10">
              <a:extLst>
                <a:ext uri="{FF2B5EF4-FFF2-40B4-BE49-F238E27FC236}">
                  <a16:creationId xmlns:a16="http://schemas.microsoft.com/office/drawing/2014/main" id="{282CE599-1239-41A2-90CB-172660FF7B00}"/>
                </a:ext>
              </a:extLst>
            </p:cNvPr>
            <p:cNvSpPr>
              <a:spLocks noChangeShapeType="1"/>
            </p:cNvSpPr>
            <p:nvPr/>
          </p:nvSpPr>
          <p:spPr bwMode="auto">
            <a:xfrm>
              <a:off x="4187714" y="5030821"/>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Line 10">
              <a:extLst>
                <a:ext uri="{FF2B5EF4-FFF2-40B4-BE49-F238E27FC236}">
                  <a16:creationId xmlns:a16="http://schemas.microsoft.com/office/drawing/2014/main" id="{5694DD1E-9CCF-429E-9393-5CF4F3F78F97}"/>
                </a:ext>
              </a:extLst>
            </p:cNvPr>
            <p:cNvSpPr>
              <a:spLocks noChangeShapeType="1"/>
            </p:cNvSpPr>
            <p:nvPr/>
          </p:nvSpPr>
          <p:spPr bwMode="auto">
            <a:xfrm>
              <a:off x="4187603" y="5737236"/>
              <a:ext cx="0" cy="25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mc:AlternateContent xmlns:mc="http://schemas.openxmlformats.org/markup-compatibility/2006">
        <mc:Choice xmlns:a14="http://schemas.microsoft.com/office/drawing/2010/main" Requires="a14">
          <p:sp>
            <p:nvSpPr>
              <p:cNvPr id="29" name="Rectangle 28"/>
              <p:cNvSpPr/>
              <p:nvPr/>
            </p:nvSpPr>
            <p:spPr>
              <a:xfrm>
                <a:off x="5943600" y="1239954"/>
                <a:ext cx="4572000" cy="3693319"/>
              </a:xfrm>
              <a:prstGeom prst="rect">
                <a:avLst/>
              </a:prstGeom>
            </p:spPr>
            <p:txBody>
              <a:bodyPr>
                <a:spAutoFit/>
              </a:bodyPr>
              <a:lstStyle/>
              <a:p>
                <a:pPr marL="0" indent="0">
                  <a:buNone/>
                </a:pPr>
                <a:r>
                  <a:rPr lang="en-US">
                    <a:latin typeface="Consolas" panose="020B0609020204030204" pitchFamily="49" charset="0"/>
                  </a:rPr>
                  <a:t>Input </a:t>
                </a:r>
                <a14:m>
                  <m:oMath xmlns:m="http://schemas.openxmlformats.org/officeDocument/2006/math">
                    <m:r>
                      <a:rPr lang="en-US" i="1" dirty="0">
                        <a:latin typeface="Cambria Math" panose="02040503050406030204" pitchFamily="18" charset="0"/>
                      </a:rPr>
                      <m:t>𝑁</m:t>
                    </m:r>
                  </m:oMath>
                </a14:m>
                <a:endParaRPr lang="en-US" i="1">
                  <a:latin typeface="Consolas" panose="020B0609020204030204" pitchFamily="49" charset="0"/>
                </a:endParaRPr>
              </a:p>
              <a:p>
                <a:pPr marL="0" indent="0">
                  <a:buNone/>
                </a:pPr>
                <a:endParaRPr lang="en-US" altLang="en-US" i="1">
                  <a:latin typeface="Consolas" panose="020B0609020204030204" pitchFamily="49" charset="0"/>
                </a:endParaRPr>
              </a:p>
              <a:p>
                <a:pPr marL="0" indent="0">
                  <a:buNone/>
                </a:pPr>
                <a14:m>
                  <m:oMath xmlns:m="http://schemas.openxmlformats.org/officeDocument/2006/math">
                    <m:r>
                      <a:rPr lang="en-US" altLang="en-US" i="1" dirty="0">
                        <a:latin typeface="Cambria Math" panose="02040503050406030204" pitchFamily="18" charset="0"/>
                      </a:rPr>
                      <m:t>𝑆𝑈𝑀</m:t>
                    </m:r>
                    <m:r>
                      <m:rPr>
                        <m:nor/>
                      </m:rPr>
                      <a:rPr lang="en-US" altLang="en-US" dirty="0">
                        <a:latin typeface="Consolas" panose="020B0609020204030204" pitchFamily="49" charset="0"/>
                        <a:sym typeface="Symbol" panose="05050102010706020507" pitchFamily="18" charset="2"/>
                      </a:rPr>
                      <m:t></m:t>
                    </m:r>
                    <m:r>
                      <a:rPr lang="en-US" altLang="en-US" i="1" dirty="0">
                        <a:latin typeface="Cambria Math" panose="02040503050406030204" pitchFamily="18" charset="0"/>
                      </a:rPr>
                      <m:t>0</m:t>
                    </m:r>
                  </m:oMath>
                </a14:m>
                <a:r>
                  <a:rPr lang="en-US" altLang="en-US">
                    <a:latin typeface="Consolas" panose="020B0609020204030204" pitchFamily="49" charset="0"/>
                  </a:rPr>
                  <a:t> </a:t>
                </a:r>
              </a:p>
              <a:p>
                <a:pPr marL="0" indent="0">
                  <a:buNone/>
                </a:pPr>
                <a14:m>
                  <m:oMath xmlns:m="http://schemas.openxmlformats.org/officeDocument/2006/math">
                    <m:r>
                      <a:rPr lang="en-US" altLang="en-US" i="1" dirty="0">
                        <a:latin typeface="Cambria Math" panose="02040503050406030204" pitchFamily="18" charset="0"/>
                      </a:rPr>
                      <m:t>𝑖</m:t>
                    </m:r>
                    <m:r>
                      <m:rPr>
                        <m:nor/>
                      </m:rPr>
                      <a:rPr lang="en-US" altLang="en-US" dirty="0">
                        <a:latin typeface="Consolas" panose="020B0609020204030204" pitchFamily="49" charset="0"/>
                        <a:sym typeface="Symbol" panose="05050102010706020507" pitchFamily="18" charset="2"/>
                      </a:rPr>
                      <m:t></m:t>
                    </m:r>
                    <m:r>
                      <a:rPr lang="en-US" altLang="en-US" i="1" dirty="0">
                        <a:latin typeface="Cambria Math" panose="02040503050406030204" pitchFamily="18" charset="0"/>
                      </a:rPr>
                      <m:t>0</m:t>
                    </m:r>
                  </m:oMath>
                </a14:m>
                <a:r>
                  <a:rPr lang="en-US" altLang="en-US">
                    <a:latin typeface="Consolas" panose="020B0609020204030204" pitchFamily="49" charset="0"/>
                  </a:rPr>
                  <a:t> </a:t>
                </a:r>
              </a:p>
              <a:p>
                <a:pPr marL="0" indent="0">
                  <a:buNone/>
                </a:pPr>
                <a:endParaRPr lang="en-US" altLang="en-US" i="1">
                  <a:latin typeface="Consolas" panose="020B0609020204030204" pitchFamily="49" charset="0"/>
                </a:endParaRPr>
              </a:p>
              <a:p>
                <a:pPr marL="0" indent="0">
                  <a:buNone/>
                </a:pPr>
                <a:r>
                  <a:rPr lang="en-US">
                    <a:latin typeface="Consolas" panose="020B0609020204030204" pitchFamily="49" charset="0"/>
                  </a:rPr>
                  <a:t>repeat</a:t>
                </a:r>
              </a:p>
              <a:p>
                <a:pPr marL="0" indent="0">
                  <a:buNone/>
                </a:pPr>
                <a:r>
                  <a:rPr lang="en-US">
                    <a:latin typeface="Consolas" panose="020B0609020204030204" pitchFamily="49" charset="0"/>
                  </a:rPr>
                  <a:t>    Input </a:t>
                </a:r>
                <a14:m>
                  <m:oMath xmlns:m="http://schemas.openxmlformats.org/officeDocument/2006/math">
                    <m:r>
                      <a:rPr lang="en-US" i="1" dirty="0">
                        <a:latin typeface="Cambria Math" panose="02040503050406030204" pitchFamily="18" charset="0"/>
                      </a:rPr>
                      <m:t>𝐴</m:t>
                    </m:r>
                  </m:oMath>
                </a14:m>
                <a:endParaRPr lang="en-US" i="1">
                  <a:latin typeface="Consolas" panose="020B0609020204030204" pitchFamily="49" charset="0"/>
                </a:endParaRPr>
              </a:p>
              <a:p>
                <a:pPr marL="0" indent="0">
                  <a:buNone/>
                </a:pPr>
                <a:r>
                  <a:rPr lang="en-US" altLang="en-US" i="1">
                    <a:latin typeface="Consolas" panose="020B0609020204030204" pitchFamily="49" charset="0"/>
                  </a:rPr>
                  <a:t>    </a:t>
                </a:r>
                <a14:m>
                  <m:oMath xmlns:m="http://schemas.openxmlformats.org/officeDocument/2006/math">
                    <m:r>
                      <a:rPr lang="en-US" altLang="en-US" i="1" dirty="0">
                        <a:latin typeface="Cambria Math" panose="02040503050406030204" pitchFamily="18" charset="0"/>
                      </a:rPr>
                      <m:t>𝑆𝑈𝑀</m:t>
                    </m:r>
                    <m:r>
                      <m:rPr>
                        <m:nor/>
                      </m:rPr>
                      <a:rPr lang="en-US" altLang="en-US" dirty="0">
                        <a:latin typeface="Consolas" panose="020B0609020204030204" pitchFamily="49" charset="0"/>
                        <a:sym typeface="Symbol" panose="05050102010706020507" pitchFamily="18" charset="2"/>
                      </a:rPr>
                      <m:t></m:t>
                    </m:r>
                    <m:r>
                      <a:rPr lang="en-US" altLang="en-US" i="1" dirty="0">
                        <a:latin typeface="Cambria Math" panose="02040503050406030204" pitchFamily="18" charset="0"/>
                      </a:rPr>
                      <m:t>𝑆𝑈𝑀</m:t>
                    </m:r>
                    <m:r>
                      <a:rPr lang="en-US" altLang="en-US" i="1" dirty="0">
                        <a:latin typeface="Cambria Math" panose="02040503050406030204" pitchFamily="18" charset="0"/>
                      </a:rPr>
                      <m:t>+</m:t>
                    </m:r>
                    <m:r>
                      <a:rPr lang="en-US" altLang="en-US" i="1" dirty="0">
                        <a:latin typeface="Cambria Math" panose="02040503050406030204" pitchFamily="18" charset="0"/>
                      </a:rPr>
                      <m:t>𝐴</m:t>
                    </m:r>
                  </m:oMath>
                </a14:m>
                <a:endParaRPr lang="en-US" altLang="en-US" i="1">
                  <a:latin typeface="Consolas" panose="020B0609020204030204" pitchFamily="49" charset="0"/>
                </a:endParaRPr>
              </a:p>
              <a:p>
                <a:pPr marL="0" indent="0">
                  <a:buNone/>
                </a:pPr>
                <a:r>
                  <a:rPr lang="en-US" altLang="en-US" i="1">
                    <a:latin typeface="Consolas" panose="020B0609020204030204" pitchFamily="49" charset="0"/>
                  </a:rPr>
                  <a:t>    </a:t>
                </a:r>
                <a14:m>
                  <m:oMath xmlns:m="http://schemas.openxmlformats.org/officeDocument/2006/math">
                    <m:r>
                      <a:rPr lang="en-US" altLang="en-US" i="1" dirty="0">
                        <a:latin typeface="Cambria Math" panose="02040503050406030204" pitchFamily="18" charset="0"/>
                      </a:rPr>
                      <m:t>𝑖</m:t>
                    </m:r>
                    <m:r>
                      <m:rPr>
                        <m:nor/>
                      </m:rPr>
                      <a:rPr lang="en-US" altLang="en-US" dirty="0">
                        <a:latin typeface="Consolas" panose="020B0609020204030204" pitchFamily="49" charset="0"/>
                        <a:sym typeface="Symbol" panose="05050102010706020507" pitchFamily="18" charset="2"/>
                      </a:rPr>
                      <m:t></m:t>
                    </m:r>
                    <m:r>
                      <a:rPr lang="en-US" altLang="en-US" i="1" dirty="0" err="1">
                        <a:latin typeface="Cambria Math" panose="02040503050406030204" pitchFamily="18" charset="0"/>
                      </a:rPr>
                      <m:t>𝑖</m:t>
                    </m:r>
                    <m:r>
                      <a:rPr lang="en-US" altLang="en-US" i="1" dirty="0">
                        <a:latin typeface="Cambria Math" panose="02040503050406030204" pitchFamily="18" charset="0"/>
                      </a:rPr>
                      <m:t>+1</m:t>
                    </m:r>
                  </m:oMath>
                </a14:m>
                <a:endParaRPr lang="en-US" altLang="en-US">
                  <a:latin typeface="Consolas" panose="020B0609020204030204" pitchFamily="49" charset="0"/>
                </a:endParaRPr>
              </a:p>
              <a:p>
                <a:pPr marL="0" indent="0">
                  <a:buNone/>
                </a:pPr>
                <a:r>
                  <a:rPr lang="en-US">
                    <a:latin typeface="Consolas" panose="020B0609020204030204" pitchFamily="49" charset="0"/>
                  </a:rPr>
                  <a:t>until </a:t>
                </a:r>
                <a14:m>
                  <m:oMath xmlns:m="http://schemas.openxmlformats.org/officeDocument/2006/math">
                    <m: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𝑁</m:t>
                    </m:r>
                  </m:oMath>
                </a14:m>
                <a:endParaRPr lang="en-US" i="1">
                  <a:latin typeface="Consolas" panose="020B0609020204030204" pitchFamily="49" charset="0"/>
                </a:endParaRPr>
              </a:p>
              <a:p>
                <a:pPr marL="0" indent="0">
                  <a:buNone/>
                </a:pPr>
                <a:endParaRPr lang="en-US">
                  <a:latin typeface="Consolas" panose="020B0609020204030204" pitchFamily="49" charset="0"/>
                </a:endParaRPr>
              </a:p>
              <a:p>
                <a:pPr marL="0" indent="0">
                  <a:buNone/>
                </a:pPr>
                <a14:m>
                  <m:oMath xmlns:m="http://schemas.openxmlformats.org/officeDocument/2006/math">
                    <m:r>
                      <a:rPr lang="en-US" altLang="en-US" i="1" dirty="0">
                        <a:latin typeface="Cambria Math" panose="02040503050406030204" pitchFamily="18" charset="0"/>
                      </a:rPr>
                      <m:t>𝐴𝑉𝐺</m:t>
                    </m:r>
                    <m:r>
                      <m:rPr>
                        <m:nor/>
                      </m:rPr>
                      <a:rPr lang="en-US" altLang="en-US" dirty="0">
                        <a:latin typeface="Consolas" panose="020B0609020204030204" pitchFamily="49" charset="0"/>
                        <a:sym typeface="Symbol" panose="05050102010706020507" pitchFamily="18" charset="2"/>
                      </a:rPr>
                      <m:t></m:t>
                    </m:r>
                    <m:r>
                      <a:rPr lang="en-US" altLang="en-US" i="1" dirty="0">
                        <a:latin typeface="Cambria Math" panose="02040503050406030204" pitchFamily="18" charset="0"/>
                      </a:rPr>
                      <m:t>𝑆𝑈𝑀</m:t>
                    </m:r>
                    <m:r>
                      <a:rPr lang="en-US" altLang="en-US" i="1" dirty="0">
                        <a:latin typeface="Cambria Math" panose="02040503050406030204" pitchFamily="18" charset="0"/>
                      </a:rPr>
                      <m:t>/</m:t>
                    </m:r>
                    <m:r>
                      <a:rPr lang="en-US" altLang="en-US" i="1" dirty="0">
                        <a:latin typeface="Cambria Math" panose="02040503050406030204" pitchFamily="18" charset="0"/>
                      </a:rPr>
                      <m:t>𝑁</m:t>
                    </m:r>
                  </m:oMath>
                </a14:m>
                <a:r>
                  <a:rPr lang="en-US" altLang="en-US" i="1">
                    <a:latin typeface="Consolas" panose="020B0609020204030204" pitchFamily="49" charset="0"/>
                  </a:rPr>
                  <a:t> </a:t>
                </a:r>
              </a:p>
              <a:p>
                <a:pPr marL="0" indent="0">
                  <a:buNone/>
                </a:pPr>
                <a:r>
                  <a:rPr lang="en-US">
                    <a:latin typeface="Consolas" panose="020B0609020204030204" pitchFamily="49" charset="0"/>
                  </a:rPr>
                  <a:t>Print </a:t>
                </a:r>
                <a14:m>
                  <m:oMath xmlns:m="http://schemas.openxmlformats.org/officeDocument/2006/math">
                    <m:r>
                      <a:rPr lang="en-US" i="1" dirty="0">
                        <a:latin typeface="Cambria Math" panose="02040503050406030204" pitchFamily="18" charset="0"/>
                      </a:rPr>
                      <m:t>𝐴𝑉𝐺</m:t>
                    </m:r>
                  </m:oMath>
                </a14:m>
                <a:endParaRPr lang="en-US" i="1">
                  <a:latin typeface="Consolas" panose="020B0609020204030204" pitchFamily="49" charset="0"/>
                </a:endParaRPr>
              </a:p>
            </p:txBody>
          </p:sp>
        </mc:Choice>
        <mc:Fallback>
          <p:sp>
            <p:nvSpPr>
              <p:cNvPr id="29" name="Rectangle 28"/>
              <p:cNvSpPr>
                <a:spLocks noRot="1" noChangeAspect="1" noMove="1" noResize="1" noEditPoints="1" noAdjustHandles="1" noChangeArrowheads="1" noChangeShapeType="1" noTextEdit="1"/>
              </p:cNvSpPr>
              <p:nvPr/>
            </p:nvSpPr>
            <p:spPr>
              <a:xfrm>
                <a:off x="5943600" y="1239954"/>
                <a:ext cx="4572000" cy="3693319"/>
              </a:xfrm>
              <a:prstGeom prst="rect">
                <a:avLst/>
              </a:prstGeom>
              <a:blipFill>
                <a:blip r:embed="rId2"/>
                <a:stretch>
                  <a:fillRect l="-1067" t="-825" b="-1650"/>
                </a:stretch>
              </a:blipFill>
            </p:spPr>
            <p:txBody>
              <a:bodyPr/>
              <a:lstStyle/>
              <a:p>
                <a:r>
                  <a:rPr lang="en-US">
                    <a:noFill/>
                  </a:rPr>
                  <a:t> </a:t>
                </a:r>
              </a:p>
            </p:txBody>
          </p:sp>
        </mc:Fallback>
      </mc:AlternateContent>
    </p:spTree>
    <p:extLst>
      <p:ext uri="{BB962C8B-B14F-4D97-AF65-F5344CB8AC3E}">
        <p14:creationId xmlns:p14="http://schemas.microsoft.com/office/powerpoint/2010/main" val="1935163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a:t>ET2100 </a:t>
            </a:r>
            <a:r>
              <a:rPr lang="en-US" i="1"/>
              <a:t>- </a:t>
            </a:r>
            <a:r>
              <a:rPr lang="en-US" b="1" i="1"/>
              <a:t>Data Structures and Algorithms</a:t>
            </a:r>
            <a:endParaRPr lang="en-US"/>
          </a:p>
          <a:p>
            <a:pPr algn="r"/>
            <a:r>
              <a:rPr lang="en-US"/>
              <a:t>School of Electrical and Electronic Engineering</a:t>
            </a:r>
          </a:p>
        </p:txBody>
      </p:sp>
      <p:sp>
        <p:nvSpPr>
          <p:cNvPr id="4" name="Slide Number Placeholder 3"/>
          <p:cNvSpPr>
            <a:spLocks noGrp="1"/>
          </p:cNvSpPr>
          <p:nvPr>
            <p:ph type="sldNum" sz="quarter" idx="12"/>
          </p:nvPr>
        </p:nvSpPr>
        <p:spPr/>
        <p:txBody>
          <a:bodyPr/>
          <a:lstStyle/>
          <a:p>
            <a:fld id="{BC24317B-5122-4A99-A6E9-FA23C146A7E0}" type="slidenum">
              <a:rPr lang="en-US" smtClean="0"/>
              <a:pPr/>
              <a:t>30</a:t>
            </a:fld>
            <a:endParaRPr lang="en-US"/>
          </a:p>
        </p:txBody>
      </p:sp>
      <p:sp>
        <p:nvSpPr>
          <p:cNvPr id="2" name="Title 1"/>
          <p:cNvSpPr>
            <a:spLocks noGrp="1"/>
          </p:cNvSpPr>
          <p:nvPr>
            <p:ph type="title"/>
          </p:nvPr>
        </p:nvSpPr>
        <p:spPr/>
        <p:txBody>
          <a:bodyPr/>
          <a:lstStyle/>
          <a:p>
            <a:r>
              <a:rPr lang="en-US" err="1"/>
              <a:t>Bài</a:t>
            </a:r>
            <a:r>
              <a:rPr lang="en-US"/>
              <a:t> </a:t>
            </a:r>
            <a:r>
              <a:rPr lang="en-US" err="1"/>
              <a:t>Tập</a:t>
            </a:r>
            <a:endParaRPr lang="en-US"/>
          </a:p>
        </p:txBody>
      </p:sp>
      <p:sp>
        <p:nvSpPr>
          <p:cNvPr id="3" name="Content Placeholder 2"/>
          <p:cNvSpPr>
            <a:spLocks noGrp="1"/>
          </p:cNvSpPr>
          <p:nvPr>
            <p:ph type="body" sz="quarter" idx="13"/>
          </p:nvPr>
        </p:nvSpPr>
        <p:spPr/>
        <p:txBody>
          <a:bodyPr>
            <a:normAutofit/>
          </a:bodyPr>
          <a:lstStyle/>
          <a:p>
            <a:r>
              <a:rPr lang="en-US" sz="2400" err="1"/>
              <a:t>Vẽ</a:t>
            </a:r>
            <a:r>
              <a:rPr lang="en-US" sz="2400"/>
              <a:t> </a:t>
            </a:r>
            <a:r>
              <a:rPr lang="en-US" sz="2400" err="1"/>
              <a:t>lưu</a:t>
            </a:r>
            <a:r>
              <a:rPr lang="en-US" sz="2400"/>
              <a:t> </a:t>
            </a:r>
            <a:r>
              <a:rPr lang="en-US" sz="2400" err="1"/>
              <a:t>đồ</a:t>
            </a:r>
            <a:r>
              <a:rPr lang="en-US" sz="2400"/>
              <a:t> </a:t>
            </a:r>
            <a:r>
              <a:rPr lang="en-US" sz="2400" err="1"/>
              <a:t>giải</a:t>
            </a:r>
            <a:r>
              <a:rPr lang="en-US" sz="2400"/>
              <a:t> </a:t>
            </a:r>
            <a:r>
              <a:rPr lang="en-US" sz="2400" err="1"/>
              <a:t>thuật</a:t>
            </a:r>
            <a:r>
              <a:rPr lang="en-US" sz="2400"/>
              <a:t> </a:t>
            </a:r>
            <a:r>
              <a:rPr lang="en-US" sz="2400" err="1"/>
              <a:t>giải</a:t>
            </a:r>
            <a:r>
              <a:rPr lang="en-US" sz="2400"/>
              <a:t> </a:t>
            </a:r>
            <a:r>
              <a:rPr lang="en-US" sz="2400" err="1"/>
              <a:t>phương</a:t>
            </a:r>
            <a:r>
              <a:rPr lang="en-US" sz="2400"/>
              <a:t> </a:t>
            </a:r>
            <a:r>
              <a:rPr lang="en-US" sz="2400" err="1"/>
              <a:t>trình</a:t>
            </a:r>
            <a:r>
              <a:rPr lang="en-US" sz="2400"/>
              <a:t>: </a:t>
            </a:r>
            <a:r>
              <a:rPr lang="en-US" sz="2400" i="1"/>
              <a:t>ax</a:t>
            </a:r>
            <a:r>
              <a:rPr lang="en-US" sz="2400" baseline="30000"/>
              <a:t>2</a:t>
            </a:r>
            <a:r>
              <a:rPr lang="en-US" sz="2400"/>
              <a:t> + </a:t>
            </a:r>
            <a:r>
              <a:rPr lang="en-US" sz="2400" i="1" err="1"/>
              <a:t>bx</a:t>
            </a:r>
            <a:r>
              <a:rPr lang="en-US" sz="2400"/>
              <a:t> + </a:t>
            </a:r>
            <a:r>
              <a:rPr lang="en-US" sz="2400" i="1"/>
              <a:t>c</a:t>
            </a:r>
            <a:r>
              <a:rPr lang="en-US" sz="2400"/>
              <a:t> = 0. </a:t>
            </a:r>
            <a:r>
              <a:rPr lang="en-US" sz="2400" err="1"/>
              <a:t>Biểu</a:t>
            </a:r>
            <a:r>
              <a:rPr lang="en-US" sz="2400"/>
              <a:t> </a:t>
            </a:r>
            <a:r>
              <a:rPr lang="en-US" sz="2400" err="1"/>
              <a:t>diễn</a:t>
            </a:r>
            <a:r>
              <a:rPr lang="en-US" sz="2400"/>
              <a:t> </a:t>
            </a:r>
            <a:r>
              <a:rPr lang="en-US" sz="2400" err="1"/>
              <a:t>lại</a:t>
            </a:r>
            <a:r>
              <a:rPr lang="en-US" sz="2400"/>
              <a:t> </a:t>
            </a:r>
            <a:r>
              <a:rPr lang="en-US" sz="2400" err="1"/>
              <a:t>lưu</a:t>
            </a:r>
            <a:r>
              <a:rPr lang="en-US" sz="2400"/>
              <a:t> </a:t>
            </a:r>
            <a:r>
              <a:rPr lang="en-US" sz="2400" err="1"/>
              <a:t>đồ</a:t>
            </a:r>
            <a:r>
              <a:rPr lang="en-US" sz="2400"/>
              <a:t> </a:t>
            </a:r>
            <a:r>
              <a:rPr lang="en-US" sz="2400" err="1"/>
              <a:t>dưới</a:t>
            </a:r>
            <a:r>
              <a:rPr lang="en-US" sz="2400"/>
              <a:t> </a:t>
            </a:r>
            <a:r>
              <a:rPr lang="en-US" sz="2400" err="1"/>
              <a:t>dạng</a:t>
            </a:r>
            <a:r>
              <a:rPr lang="en-US" sz="2400"/>
              <a:t> </a:t>
            </a:r>
            <a:r>
              <a:rPr lang="en-US" sz="2400" err="1"/>
              <a:t>giả</a:t>
            </a:r>
            <a:r>
              <a:rPr lang="en-US" sz="2400"/>
              <a:t> </a:t>
            </a:r>
            <a:r>
              <a:rPr lang="en-US" sz="2400" err="1"/>
              <a:t>mã</a:t>
            </a:r>
            <a:r>
              <a:rPr lang="en-US" sz="2400"/>
              <a:t>.</a:t>
            </a:r>
          </a:p>
          <a:p>
            <a:r>
              <a:rPr lang="vi-VN" sz="2400"/>
              <a:t>Cho một mảng gồm N số nguyên, hãy </a:t>
            </a:r>
            <a:r>
              <a:rPr lang="en-US" sz="2400" err="1"/>
              <a:t>vẽ</a:t>
            </a:r>
            <a:r>
              <a:rPr lang="en-US" sz="2400"/>
              <a:t> </a:t>
            </a:r>
            <a:r>
              <a:rPr lang="en-US" sz="2400" err="1"/>
              <a:t>lưu</a:t>
            </a:r>
            <a:r>
              <a:rPr lang="en-US" sz="2400"/>
              <a:t> </a:t>
            </a:r>
            <a:r>
              <a:rPr lang="en-US" sz="2400" err="1"/>
              <a:t>đồ</a:t>
            </a:r>
            <a:r>
              <a:rPr lang="en-US" sz="2400"/>
              <a:t> </a:t>
            </a:r>
            <a:r>
              <a:rPr lang="en-US" sz="2400" err="1"/>
              <a:t>giải</a:t>
            </a:r>
            <a:r>
              <a:rPr lang="en-US" sz="2400"/>
              <a:t> </a:t>
            </a:r>
            <a:r>
              <a:rPr lang="en-US" sz="2400" err="1"/>
              <a:t>thuật</a:t>
            </a:r>
            <a:r>
              <a:rPr lang="en-US" sz="2400"/>
              <a:t> </a:t>
            </a:r>
            <a:r>
              <a:rPr lang="vi-VN" sz="2400"/>
              <a:t>in tất cả các số chẵn.</a:t>
            </a:r>
            <a:r>
              <a:rPr lang="en-US" sz="2400"/>
              <a:t> </a:t>
            </a:r>
            <a:r>
              <a:rPr lang="en-US" sz="2400" err="1"/>
              <a:t>Biểu</a:t>
            </a:r>
            <a:r>
              <a:rPr lang="en-US" sz="2400"/>
              <a:t> </a:t>
            </a:r>
            <a:r>
              <a:rPr lang="en-US" sz="2400" err="1"/>
              <a:t>diễn</a:t>
            </a:r>
            <a:r>
              <a:rPr lang="en-US" sz="2400"/>
              <a:t> </a:t>
            </a:r>
            <a:r>
              <a:rPr lang="en-US" sz="2400" err="1"/>
              <a:t>lại</a:t>
            </a:r>
            <a:r>
              <a:rPr lang="en-US" sz="2400"/>
              <a:t> </a:t>
            </a:r>
            <a:r>
              <a:rPr lang="en-US" sz="2400" err="1"/>
              <a:t>lưu</a:t>
            </a:r>
            <a:r>
              <a:rPr lang="en-US" sz="2400"/>
              <a:t> </a:t>
            </a:r>
            <a:r>
              <a:rPr lang="en-US" sz="2400" err="1"/>
              <a:t>đồ</a:t>
            </a:r>
            <a:r>
              <a:rPr lang="en-US" sz="2400"/>
              <a:t> </a:t>
            </a:r>
            <a:r>
              <a:rPr lang="en-US" sz="2400" err="1"/>
              <a:t>dưới</a:t>
            </a:r>
            <a:r>
              <a:rPr lang="en-US" sz="2400"/>
              <a:t> </a:t>
            </a:r>
            <a:r>
              <a:rPr lang="en-US" sz="2400" err="1"/>
              <a:t>dạng</a:t>
            </a:r>
            <a:r>
              <a:rPr lang="en-US" sz="2400"/>
              <a:t> </a:t>
            </a:r>
            <a:r>
              <a:rPr lang="en-US" sz="2400" err="1"/>
              <a:t>giả</a:t>
            </a:r>
            <a:r>
              <a:rPr lang="en-US" sz="2400"/>
              <a:t> </a:t>
            </a:r>
            <a:r>
              <a:rPr lang="en-US" sz="2400" err="1"/>
              <a:t>mã</a:t>
            </a:r>
            <a:r>
              <a:rPr lang="en-US" sz="2400"/>
              <a:t>.</a:t>
            </a:r>
          </a:p>
          <a:p>
            <a:r>
              <a:rPr lang="en-US" sz="2400" err="1"/>
              <a:t>Vẽ</a:t>
            </a:r>
            <a:r>
              <a:rPr lang="en-US" sz="2400"/>
              <a:t> </a:t>
            </a:r>
            <a:r>
              <a:rPr lang="en-US" sz="2400" err="1"/>
              <a:t>lưu</a:t>
            </a:r>
            <a:r>
              <a:rPr lang="en-US" sz="2400"/>
              <a:t> </a:t>
            </a:r>
            <a:r>
              <a:rPr lang="en-US" sz="2400" err="1"/>
              <a:t>đồ</a:t>
            </a:r>
            <a:r>
              <a:rPr lang="en-US" sz="2400"/>
              <a:t> </a:t>
            </a:r>
            <a:r>
              <a:rPr lang="en-US" sz="2400" err="1"/>
              <a:t>giải</a:t>
            </a:r>
            <a:r>
              <a:rPr lang="en-US" sz="2400"/>
              <a:t> </a:t>
            </a:r>
            <a:r>
              <a:rPr lang="en-US" sz="2400" err="1"/>
              <a:t>thuật</a:t>
            </a:r>
            <a:r>
              <a:rPr lang="en-US" sz="2400"/>
              <a:t> </a:t>
            </a:r>
            <a:r>
              <a:rPr lang="en-US" sz="2400" err="1"/>
              <a:t>bài</a:t>
            </a:r>
            <a:r>
              <a:rPr lang="en-US" sz="2400"/>
              <a:t> </a:t>
            </a:r>
            <a:r>
              <a:rPr lang="en-US" sz="2400" err="1"/>
              <a:t>toán</a:t>
            </a:r>
            <a:r>
              <a:rPr lang="en-US" sz="2400"/>
              <a:t> </a:t>
            </a:r>
            <a:r>
              <a:rPr lang="en-US" sz="2400" err="1"/>
              <a:t>tính</a:t>
            </a:r>
            <a:r>
              <a:rPr lang="en-US" sz="2400"/>
              <a:t> </a:t>
            </a:r>
            <a:r>
              <a:rPr lang="en-US" sz="2400" err="1"/>
              <a:t>cước</a:t>
            </a:r>
            <a:r>
              <a:rPr lang="en-US" sz="2400"/>
              <a:t> </a:t>
            </a:r>
            <a:r>
              <a:rPr lang="en-US" sz="2400" err="1"/>
              <a:t>phí</a:t>
            </a:r>
            <a:r>
              <a:rPr lang="en-US" sz="2400"/>
              <a:t> taxi </a:t>
            </a:r>
            <a:r>
              <a:rPr lang="en-US" sz="2400" err="1"/>
              <a:t>theo</a:t>
            </a:r>
            <a:r>
              <a:rPr lang="en-US" sz="2400"/>
              <a:t> </a:t>
            </a:r>
            <a:r>
              <a:rPr lang="en-US" sz="2400" err="1"/>
              <a:t>khoảng</a:t>
            </a:r>
            <a:r>
              <a:rPr lang="en-US" sz="2400"/>
              <a:t> </a:t>
            </a:r>
            <a:r>
              <a:rPr lang="en-US" sz="2400" err="1"/>
              <a:t>cách</a:t>
            </a:r>
            <a:r>
              <a:rPr lang="en-US" sz="2400"/>
              <a:t> </a:t>
            </a:r>
            <a:r>
              <a:rPr lang="en-US" sz="2400" err="1"/>
              <a:t>và</a:t>
            </a:r>
            <a:r>
              <a:rPr lang="en-US" sz="2400"/>
              <a:t> </a:t>
            </a:r>
            <a:r>
              <a:rPr lang="en-US" sz="2400" err="1"/>
              <a:t>thời</a:t>
            </a:r>
            <a:r>
              <a:rPr lang="en-US" sz="2400"/>
              <a:t> </a:t>
            </a:r>
            <a:r>
              <a:rPr lang="en-US" sz="2400" err="1"/>
              <a:t>gian</a:t>
            </a:r>
            <a:r>
              <a:rPr lang="en-US" sz="2400"/>
              <a:t> </a:t>
            </a:r>
            <a:r>
              <a:rPr lang="en-US" sz="2400" err="1"/>
              <a:t>chờ</a:t>
            </a:r>
            <a:r>
              <a:rPr lang="en-US" sz="2400"/>
              <a:t>, </a:t>
            </a:r>
            <a:r>
              <a:rPr lang="en-US" sz="2400" err="1"/>
              <a:t>với</a:t>
            </a:r>
            <a:r>
              <a:rPr lang="en-US" sz="2400"/>
              <a:t> </a:t>
            </a:r>
            <a:r>
              <a:rPr lang="en-US" sz="2400" err="1"/>
              <a:t>quy</a:t>
            </a:r>
            <a:r>
              <a:rPr lang="en-US" sz="2400"/>
              <a:t> </a:t>
            </a:r>
            <a:r>
              <a:rPr lang="en-US" sz="2400" err="1"/>
              <a:t>ước</a:t>
            </a:r>
            <a:r>
              <a:rPr lang="en-US" sz="2400"/>
              <a:t>:</a:t>
            </a:r>
          </a:p>
          <a:p>
            <a:pPr lvl="1"/>
            <a:r>
              <a:rPr lang="en-US" sz="2000" err="1"/>
              <a:t>Cước</a:t>
            </a:r>
            <a:r>
              <a:rPr lang="en-US" sz="2000"/>
              <a:t> </a:t>
            </a:r>
            <a:r>
              <a:rPr lang="en-US" sz="2000" err="1"/>
              <a:t>phí</a:t>
            </a:r>
            <a:r>
              <a:rPr lang="en-US" sz="2000"/>
              <a:t> = </a:t>
            </a:r>
            <a:r>
              <a:rPr lang="en-US" sz="2000" err="1"/>
              <a:t>cước</a:t>
            </a:r>
            <a:r>
              <a:rPr lang="en-US" sz="2000"/>
              <a:t> </a:t>
            </a:r>
            <a:r>
              <a:rPr lang="en-US" sz="2000" err="1"/>
              <a:t>theo</a:t>
            </a:r>
            <a:r>
              <a:rPr lang="en-US" sz="2000"/>
              <a:t> </a:t>
            </a:r>
            <a:r>
              <a:rPr lang="en-US" sz="2000" err="1"/>
              <a:t>khoảng</a:t>
            </a:r>
            <a:r>
              <a:rPr lang="en-US" sz="2000"/>
              <a:t> </a:t>
            </a:r>
            <a:r>
              <a:rPr lang="en-US" sz="2000" err="1"/>
              <a:t>cách</a:t>
            </a:r>
            <a:r>
              <a:rPr lang="en-US" sz="2000"/>
              <a:t> + </a:t>
            </a:r>
            <a:r>
              <a:rPr lang="en-US" sz="2000" err="1"/>
              <a:t>cước</a:t>
            </a:r>
            <a:r>
              <a:rPr lang="en-US" sz="2000"/>
              <a:t> </a:t>
            </a:r>
            <a:r>
              <a:rPr lang="en-US" sz="2000" err="1"/>
              <a:t>theo</a:t>
            </a:r>
            <a:r>
              <a:rPr lang="en-US" sz="2000"/>
              <a:t> </a:t>
            </a:r>
            <a:r>
              <a:rPr lang="en-US" sz="2000" err="1"/>
              <a:t>thời</a:t>
            </a:r>
            <a:r>
              <a:rPr lang="en-US" sz="2000"/>
              <a:t> </a:t>
            </a:r>
            <a:r>
              <a:rPr lang="en-US" sz="2000" err="1"/>
              <a:t>gian</a:t>
            </a:r>
            <a:r>
              <a:rPr lang="en-US" sz="2000"/>
              <a:t> </a:t>
            </a:r>
            <a:r>
              <a:rPr lang="en-US" sz="2000" err="1"/>
              <a:t>chờ</a:t>
            </a:r>
            <a:endParaRPr lang="en-US" sz="2000"/>
          </a:p>
          <a:p>
            <a:pPr lvl="1"/>
            <a:r>
              <a:rPr lang="en-US" sz="2000"/>
              <a:t>2km </a:t>
            </a:r>
            <a:r>
              <a:rPr lang="en-US" sz="2000" err="1"/>
              <a:t>đầu</a:t>
            </a:r>
            <a:r>
              <a:rPr lang="en-US" sz="2000"/>
              <a:t> </a:t>
            </a:r>
            <a:r>
              <a:rPr lang="en-US" sz="2000" err="1"/>
              <a:t>tiên</a:t>
            </a:r>
            <a:r>
              <a:rPr lang="en-US" sz="2000"/>
              <a:t>: $5</a:t>
            </a:r>
          </a:p>
          <a:p>
            <a:pPr lvl="1"/>
            <a:r>
              <a:rPr lang="en-US" sz="2000" err="1"/>
              <a:t>Mỗi</a:t>
            </a:r>
            <a:r>
              <a:rPr lang="en-US" sz="2000"/>
              <a:t> 0.1km </a:t>
            </a:r>
            <a:r>
              <a:rPr lang="en-US" sz="2000" err="1"/>
              <a:t>tiếp</a:t>
            </a:r>
            <a:r>
              <a:rPr lang="en-US" sz="2000"/>
              <a:t> </a:t>
            </a:r>
            <a:r>
              <a:rPr lang="en-US" sz="2000" err="1"/>
              <a:t>theo</a:t>
            </a:r>
            <a:r>
              <a:rPr lang="en-US" sz="2000"/>
              <a:t>: $0.15</a:t>
            </a:r>
          </a:p>
          <a:p>
            <a:pPr lvl="1"/>
            <a:r>
              <a:rPr lang="en-US" sz="2000"/>
              <a:t>30 </a:t>
            </a:r>
            <a:r>
              <a:rPr lang="en-US" sz="2000" err="1"/>
              <a:t>phút</a:t>
            </a:r>
            <a:r>
              <a:rPr lang="en-US" sz="2000"/>
              <a:t> </a:t>
            </a:r>
            <a:r>
              <a:rPr lang="en-US" sz="2000" err="1"/>
              <a:t>chờ</a:t>
            </a:r>
            <a:r>
              <a:rPr lang="en-US" sz="2000"/>
              <a:t> </a:t>
            </a:r>
            <a:r>
              <a:rPr lang="en-US" sz="2000" err="1"/>
              <a:t>đầu</a:t>
            </a:r>
            <a:r>
              <a:rPr lang="en-US" sz="2000"/>
              <a:t> </a:t>
            </a:r>
            <a:r>
              <a:rPr lang="en-US" sz="2000" err="1"/>
              <a:t>tiên</a:t>
            </a:r>
            <a:r>
              <a:rPr lang="en-US" sz="2000"/>
              <a:t>: $3</a:t>
            </a:r>
          </a:p>
          <a:p>
            <a:pPr lvl="1"/>
            <a:r>
              <a:rPr lang="en-US" sz="2000" err="1"/>
              <a:t>Mỗi</a:t>
            </a:r>
            <a:r>
              <a:rPr lang="en-US" sz="2000"/>
              <a:t> 10 </a:t>
            </a:r>
            <a:r>
              <a:rPr lang="en-US" sz="2000" err="1"/>
              <a:t>phút</a:t>
            </a:r>
            <a:r>
              <a:rPr lang="en-US" sz="2000"/>
              <a:t> </a:t>
            </a:r>
            <a:r>
              <a:rPr lang="en-US" sz="2000" err="1"/>
              <a:t>chờ</a:t>
            </a:r>
            <a:r>
              <a:rPr lang="en-US" sz="2000"/>
              <a:t> </a:t>
            </a:r>
            <a:r>
              <a:rPr lang="en-US" sz="2000" err="1"/>
              <a:t>tiếp</a:t>
            </a:r>
            <a:r>
              <a:rPr lang="en-US" sz="2000"/>
              <a:t> </a:t>
            </a:r>
            <a:r>
              <a:rPr lang="en-US" sz="2000" err="1"/>
              <a:t>theo</a:t>
            </a:r>
            <a:r>
              <a:rPr lang="en-US" sz="2000"/>
              <a:t>: $0.5</a:t>
            </a:r>
          </a:p>
          <a:p>
            <a:pPr lvl="1"/>
            <a:r>
              <a:rPr lang="en-US" sz="2000" err="1"/>
              <a:t>Biểu</a:t>
            </a:r>
            <a:r>
              <a:rPr lang="en-US" sz="2000"/>
              <a:t> </a:t>
            </a:r>
            <a:r>
              <a:rPr lang="en-US" sz="2000" err="1"/>
              <a:t>diễn</a:t>
            </a:r>
            <a:r>
              <a:rPr lang="en-US" sz="2000"/>
              <a:t> </a:t>
            </a:r>
            <a:r>
              <a:rPr lang="en-US" sz="2000" err="1"/>
              <a:t>lại</a:t>
            </a:r>
            <a:r>
              <a:rPr lang="en-US" sz="2000"/>
              <a:t> </a:t>
            </a:r>
            <a:r>
              <a:rPr lang="en-US" sz="2000" err="1"/>
              <a:t>lưu</a:t>
            </a:r>
            <a:r>
              <a:rPr lang="en-US" sz="2000"/>
              <a:t> </a:t>
            </a:r>
            <a:r>
              <a:rPr lang="en-US" sz="2000" err="1"/>
              <a:t>đồ</a:t>
            </a:r>
            <a:r>
              <a:rPr lang="en-US" sz="2000"/>
              <a:t> </a:t>
            </a:r>
            <a:r>
              <a:rPr lang="en-US" sz="2000" err="1"/>
              <a:t>dưới</a:t>
            </a:r>
            <a:r>
              <a:rPr lang="en-US" sz="2000"/>
              <a:t> </a:t>
            </a:r>
            <a:r>
              <a:rPr lang="en-US" sz="2000" err="1"/>
              <a:t>dạng</a:t>
            </a:r>
            <a:r>
              <a:rPr lang="en-US" sz="2000"/>
              <a:t> </a:t>
            </a:r>
            <a:r>
              <a:rPr lang="en-US" sz="2000" err="1"/>
              <a:t>giả</a:t>
            </a:r>
            <a:r>
              <a:rPr lang="en-US" sz="2000"/>
              <a:t> </a:t>
            </a:r>
            <a:r>
              <a:rPr lang="en-US" sz="2000" err="1"/>
              <a:t>mã</a:t>
            </a:r>
            <a:r>
              <a:rPr lang="en-US" sz="2000"/>
              <a:t>.</a:t>
            </a:r>
          </a:p>
          <a:p>
            <a:endParaRPr lang="en-US"/>
          </a:p>
        </p:txBody>
      </p:sp>
    </p:spTree>
    <p:extLst>
      <p:ext uri="{BB962C8B-B14F-4D97-AF65-F5344CB8AC3E}">
        <p14:creationId xmlns:p14="http://schemas.microsoft.com/office/powerpoint/2010/main" val="3665261374"/>
      </p:ext>
    </p:extLst>
  </p:cSld>
  <p:clrMapOvr>
    <a:masterClrMapping/>
  </p:clrMapOvr>
</p:sld>
</file>

<file path=ppt/theme/theme1.xml><?xml version="1.0" encoding="utf-8"?>
<a:theme xmlns:a="http://schemas.openxmlformats.org/drawingml/2006/main" name="7. SL - Mẫu slides bài giảng_HUST PPT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7. SL - Mẫu slides bài giảng_HUST PPT Template.pptx" id="{45510D97-992C-451E-ADEA-BBABC4EFA76A}" vid="{3E3F4600-7126-4670-8CD5-2C2CB12BC9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7. SL - Mẫu slides bài giảng_HUST PPT Template</Template>
  <Application>Microsoft Office PowerPoint</Application>
  <PresentationFormat>On-screen Show (4:3)</PresentationFormat>
  <Slides>30</Slides>
  <Notes>15</Notes>
  <HiddenSlides>0</HiddenSlide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7. SL - Mẫu slides bài giảng_HUST PPT Template</vt:lpstr>
      <vt:lpstr>CẤU TRÚC DỮ LIỆU VÀ GIẢI THUẬT</vt:lpstr>
      <vt:lpstr>Chương I :  Tổng quan về CTDL và Giải thuật</vt:lpstr>
      <vt:lpstr>Các nội dung chính</vt:lpstr>
      <vt:lpstr>1. Mục đích và nội dung của CTDL</vt:lpstr>
      <vt:lpstr>1. Mục đích và nội dung của CTDL</vt:lpstr>
      <vt:lpstr>Ví dụ minh họa</vt:lpstr>
      <vt:lpstr>Ví dụ minh họa</vt:lpstr>
      <vt:lpstr>2. Các khái niệm cơ bản về CTDL và giải thuật</vt:lpstr>
      <vt:lpstr>2.2. Dữ liệu</vt:lpstr>
      <vt:lpstr>2.2. Dữ liệu</vt:lpstr>
      <vt:lpstr>2.2. Dữ liệu</vt:lpstr>
      <vt:lpstr>2.2.1. Cấu trúc dữ liệu</vt:lpstr>
      <vt:lpstr>2.2.1. Cấu trúc dữ liệu</vt:lpstr>
      <vt:lpstr>Một số cấu trúc dữ liệu cơ bản</vt:lpstr>
      <vt:lpstr>Thao tác trên cấu trúc dữ liệu</vt:lpstr>
      <vt:lpstr>2.2.2. Cấu trúc lưu trữ</vt:lpstr>
      <vt:lpstr>2.2.2. Cấu trúc lưu trữ</vt:lpstr>
      <vt:lpstr>2.3.1. Cấu trúc lưu trữ trong</vt:lpstr>
      <vt:lpstr>2.3.1. Cấu trúc lưu trữ trong</vt:lpstr>
      <vt:lpstr>2.4. Mối liên quan giữa DL và giải thuật</vt:lpstr>
      <vt:lpstr>3. Ngôn ngữ diễn đạt giải thuật</vt:lpstr>
      <vt:lpstr>3.1. Nguyên tắc khi sử dụng ngôn ngữ</vt:lpstr>
      <vt:lpstr>3.2. Các loại ngôn ngữ diễn đạt giải thuật</vt:lpstr>
      <vt:lpstr>Ví dụ</vt:lpstr>
      <vt:lpstr>Ngôn ngữ tựa lập trình (giả mã, pseudo code)</vt:lpstr>
      <vt:lpstr>Ngôn ngữ tựa lập trình (giả mã, pseudo code)</vt:lpstr>
      <vt:lpstr>Ngôn ngữ tựa lập trình (giả mã, pseudo code)</vt:lpstr>
      <vt:lpstr>Ngôn ngữ tựa lập trình (giả mã, pseudo code)</vt:lpstr>
      <vt:lpstr>Ngôn ngữ tựa lập trình (giả mã, pseudo code)</vt:lpstr>
      <vt:lpstr>Bài Tập</vt:lpstr>
    </vt:vector>
  </TitlesOfParts>
  <Company>Utility Muffin Research Kitchen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Dao Trung Kien</dc:creator>
  <cp:revision>1</cp:revision>
  <cp:lastPrinted>2018-10-12T09:39:58Z</cp:lastPrinted>
  <dcterms:created xsi:type="dcterms:W3CDTF">2007-06-13T23:23:09Z</dcterms:created>
  <dcterms:modified xsi:type="dcterms:W3CDTF">2025-09-24T07:05:08Z</dcterms:modified>
</cp:coreProperties>
</file>