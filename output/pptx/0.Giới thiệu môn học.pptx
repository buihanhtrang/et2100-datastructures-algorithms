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7"/>
  </p:notesMasterIdLst>
  <p:handoutMasterIdLst>
    <p:handoutMasterId r:id="rId8"/>
  </p:handoutMasterIdLst>
  <p:sldIdLst>
    <p:sldId id="297" r:id="rId2"/>
    <p:sldId id="256" r:id="rId3"/>
    <p:sldId id="276" r:id="rId4"/>
    <p:sldId id="298" r:id="rId5"/>
    <p:sldId id="275" r:id="rId6"/>
  </p:sldIdLst>
  <p:sldSz cx="9144000" cy="6858000" type="screen4x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66"/>
    <a:srgbClr val="00004C"/>
    <a:srgbClr val="003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E9CA6-320F-4189-B38B-67CB3B68921F}" v="1" dt="2025-09-17T05:42:02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18" autoAdjust="0"/>
  </p:normalViewPr>
  <p:slideViewPr>
    <p:cSldViewPr>
      <p:cViewPr varScale="1">
        <p:scale>
          <a:sx n="67" d="100"/>
          <a:sy n="67" d="100"/>
        </p:scale>
        <p:origin x="1197" y="33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278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 Hai" userId="0a4b3da92c65de21" providerId="LiveId" clId="{E4E10A87-320C-47E3-940C-4AECEDEE5FB7}"/>
    <pc:docChg chg="addSld delSld modSld">
      <pc:chgData name="Hai Hai" userId="0a4b3da92c65de21" providerId="LiveId" clId="{E4E10A87-320C-47E3-940C-4AECEDEE5FB7}" dt="2025-09-17T05:42:07.046" v="19" actId="47"/>
      <pc:docMkLst>
        <pc:docMk/>
      </pc:docMkLst>
      <pc:sldChg chg="modSp del mod">
        <pc:chgData name="Hai Hai" userId="0a4b3da92c65de21" providerId="LiveId" clId="{E4E10A87-320C-47E3-940C-4AECEDEE5FB7}" dt="2025-09-17T05:42:07.046" v="19" actId="47"/>
        <pc:sldMkLst>
          <pc:docMk/>
          <pc:sldMk cId="0" sldId="257"/>
        </pc:sldMkLst>
        <pc:spChg chg="mod">
          <ac:chgData name="Hai Hai" userId="0a4b3da92c65de21" providerId="LiveId" clId="{E4E10A87-320C-47E3-940C-4AECEDEE5FB7}" dt="2025-09-16T14:48:11.557" v="17" actId="20577"/>
          <ac:spMkLst>
            <pc:docMk/>
            <pc:sldMk cId="0" sldId="257"/>
            <ac:spMk id="7" creationId="{00000000-0000-0000-0000-000000000000}"/>
          </ac:spMkLst>
        </pc:spChg>
      </pc:sldChg>
      <pc:sldChg chg="add">
        <pc:chgData name="Hai Hai" userId="0a4b3da92c65de21" providerId="LiveId" clId="{E4E10A87-320C-47E3-940C-4AECEDEE5FB7}" dt="2025-09-17T05:42:02.071" v="18"/>
        <pc:sldMkLst>
          <pc:docMk/>
          <pc:sldMk cId="0" sldId="276"/>
        </pc:sldMkLst>
      </pc:sldChg>
    </pc:docChg>
  </pc:docChgLst>
  <pc:docChgLst>
    <pc:chgData name="Tran Thi Thanh Hai" userId="cd7e488c-4164-49d7-907d-ca32870020ed" providerId="ADAL" clId="{35C5D1B1-99A8-4230-88E2-B43ABB026355}"/>
    <pc:docChg chg="delSld modSld">
      <pc:chgData name="Tran Thi Thanh Hai" userId="cd7e488c-4164-49d7-907d-ca32870020ed" providerId="ADAL" clId="{35C5D1B1-99A8-4230-88E2-B43ABB026355}" dt="2024-09-13T01:57:46.944" v="88" actId="47"/>
      <pc:docMkLst>
        <pc:docMk/>
      </pc:docMkLst>
      <pc:sldChg chg="modSp mod">
        <pc:chgData name="Tran Thi Thanh Hai" userId="cd7e488c-4164-49d7-907d-ca32870020ed" providerId="ADAL" clId="{35C5D1B1-99A8-4230-88E2-B43ABB026355}" dt="2024-09-13T01:56:58.537" v="86" actId="20577"/>
        <pc:sldMkLst>
          <pc:docMk/>
          <pc:sldMk cId="0" sldId="257"/>
        </pc:sldMkLst>
      </pc:sldChg>
      <pc:sldChg chg="del">
        <pc:chgData name="Tran Thi Thanh Hai" userId="cd7e488c-4164-49d7-907d-ca32870020ed" providerId="ADAL" clId="{35C5D1B1-99A8-4230-88E2-B43ABB026355}" dt="2024-09-13T01:57:26.144" v="87" actId="47"/>
        <pc:sldMkLst>
          <pc:docMk/>
          <pc:sldMk cId="3494095534" sldId="299"/>
        </pc:sldMkLst>
      </pc:sldChg>
      <pc:sldChg chg="del">
        <pc:chgData name="Tran Thi Thanh Hai" userId="cd7e488c-4164-49d7-907d-ca32870020ed" providerId="ADAL" clId="{35C5D1B1-99A8-4230-88E2-B43ABB026355}" dt="2024-09-13T01:57:46.944" v="88" actId="47"/>
        <pc:sldMkLst>
          <pc:docMk/>
          <pc:sldMk cId="575162482" sldId="3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211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6363" cy="511731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6" y="2"/>
            <a:ext cx="3076363" cy="511731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34" charset="0"/>
              </a:defRPr>
            </a:lvl1pPr>
          </a:lstStyle>
          <a:p>
            <a:fld id="{5EDDA0F7-BB27-45D6-A5CE-AEC59009A5B9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6" y="9721106"/>
            <a:ext cx="3076363" cy="511731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34" charset="0"/>
              </a:defRPr>
            </a:lvl1pPr>
          </a:lstStyle>
          <a:p>
            <a:fld id="{76159C16-962D-45B7-9AE3-AA455C3EA8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135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B66B25-0651-4A22-9D88-C88834F43A2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24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9C16-962D-45B7-9AE3-AA455C3EA8F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1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852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3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269CE-12F4-4F4F-BF2F-21E0A343DA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7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6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2327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4782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670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673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8114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56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720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141587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977254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69181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9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66500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4170877762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1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88946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9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27622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5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84811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9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08455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ET2031E-</a:t>
            </a:r>
            <a:r>
              <a:rPr lang="en-US" i="1"/>
              <a:t>C/C++ Programming Techniques</a:t>
            </a:r>
            <a:endParaRPr lang="en-US"/>
          </a:p>
          <a:p>
            <a:pPr algn="r"/>
            <a:r>
              <a:rPr lang="en-US"/>
              <a:t>PhD. Đỗ Thị Ngọc Diệp – School of Electrical and Electronic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4317B-5122-4A99-A6E9-FA23C146A7E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D:\lo go dhbk100957AM.jpg"/>
          <p:cNvPicPr>
            <a:picLocks noChangeAspect="1" noChangeArrowheads="1"/>
          </p:cNvPicPr>
          <p:nvPr userDrawn="1"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8766174" y="6372320"/>
            <a:ext cx="225425" cy="3364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6247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hai.vu@mica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14400" y="3962400"/>
            <a:ext cx="7315200" cy="10668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CẤU TRÚC DỮ LIỆU VÀ GIẢI THUẬT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3810000" y="4876800"/>
            <a:ext cx="6781800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</a:rPr>
              <a:t>ET2100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0"/>
            <a:ext cx="2057400" cy="365125"/>
          </a:xfrm>
        </p:spPr>
        <p:txBody>
          <a:bodyPr/>
          <a:lstStyle/>
          <a:p>
            <a:fld id="{26B269CE-12F4-4F4F-BF2F-21E0A343DA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10000" y="1981200"/>
            <a:ext cx="7886700" cy="2852737"/>
          </a:xfrm>
        </p:spPr>
        <p:txBody>
          <a:bodyPr/>
          <a:lstStyle/>
          <a:p>
            <a:r>
              <a:rPr lang="en-US" i="1" dirty="0"/>
              <a:t>GIỚI THIỆU HỌC PHẦN</a:t>
            </a:r>
            <a:endParaRPr lang="en-US" b="1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b="1" dirty="0"/>
              <a:t>PGS.TS. </a:t>
            </a:r>
            <a:r>
              <a:rPr lang="en-US" b="1" dirty="0" err="1"/>
              <a:t>Vũ</a:t>
            </a:r>
            <a:r>
              <a:rPr lang="en-US" b="1" dirty="0"/>
              <a:t> </a:t>
            </a:r>
            <a:r>
              <a:rPr lang="en-US" b="1" dirty="0" err="1"/>
              <a:t>Hải</a:t>
            </a:r>
            <a:endParaRPr lang="en-US" b="1" dirty="0"/>
          </a:p>
          <a:p>
            <a:pPr lvl="1">
              <a:spcBef>
                <a:spcPct val="50000"/>
              </a:spcBef>
            </a:pPr>
            <a:r>
              <a:rPr lang="en-US" sz="2800" dirty="0" err="1"/>
              <a:t>Kỹ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truyền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– </a:t>
            </a:r>
            <a:r>
              <a:rPr lang="en-US" sz="2800" dirty="0" err="1"/>
              <a:t>Trường</a:t>
            </a:r>
            <a:r>
              <a:rPr lang="en-US" sz="2800" dirty="0"/>
              <a:t> </a:t>
            </a:r>
            <a:r>
              <a:rPr lang="en-US" sz="2800" dirty="0" err="1"/>
              <a:t>Điện-Điện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, HUST</a:t>
            </a:r>
          </a:p>
          <a:p>
            <a:pPr lvl="1">
              <a:spcBef>
                <a:spcPct val="50000"/>
              </a:spcBef>
            </a:pPr>
            <a:r>
              <a:rPr lang="en-US" sz="2800" dirty="0" err="1"/>
              <a:t>Phòng</a:t>
            </a:r>
            <a:r>
              <a:rPr lang="en-US" sz="2800" dirty="0"/>
              <a:t> 808, </a:t>
            </a:r>
            <a:r>
              <a:rPr lang="en-US" sz="2800" dirty="0" err="1"/>
              <a:t>nhà</a:t>
            </a:r>
            <a:r>
              <a:rPr lang="en-US" sz="2800" dirty="0"/>
              <a:t> C7, ĐHBK Hà nội</a:t>
            </a:r>
          </a:p>
          <a:p>
            <a:pPr lvl="1">
              <a:spcBef>
                <a:spcPct val="50000"/>
              </a:spcBef>
            </a:pPr>
            <a:r>
              <a:rPr lang="en-US" sz="2800" dirty="0"/>
              <a:t>Email: </a:t>
            </a:r>
            <a:r>
              <a:rPr lang="en-US" sz="2800" dirty="0">
                <a:hlinkClick r:id="rId3"/>
              </a:rPr>
              <a:t>hai.vu@hust.edu.vn</a:t>
            </a:r>
            <a:endParaRPr lang="en-US" sz="2800" dirty="0"/>
          </a:p>
          <a:p>
            <a:pPr lvl="1">
              <a:spcBef>
                <a:spcPct val="50000"/>
              </a:spcBef>
            </a:pPr>
            <a:r>
              <a:rPr lang="en-US" sz="2800" dirty="0"/>
              <a:t>Điện thoại: 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097 480 3232</a:t>
            </a:r>
          </a:p>
          <a:p>
            <a:pPr lvl="1">
              <a:spcBef>
                <a:spcPct val="50000"/>
              </a:spcBef>
            </a:pPr>
            <a:r>
              <a:rPr lang="en-US" sz="2800" dirty="0"/>
              <a:t>http://www.mica.edu.vn/perso/Vu-Hai/index.html</a:t>
            </a:r>
          </a:p>
          <a:p>
            <a:pPr>
              <a:spcBef>
                <a:spcPct val="50000"/>
              </a:spcBef>
            </a:pPr>
            <a:endParaRPr lang="en-US" sz="2800" dirty="0"/>
          </a:p>
          <a:p>
            <a:pPr lvl="1">
              <a:spcBef>
                <a:spcPct val="50000"/>
              </a:spcBef>
            </a:pPr>
            <a:endParaRPr lang="en-US" dirty="0"/>
          </a:p>
        </p:txBody>
      </p:sp>
      <p:sp>
        <p:nvSpPr>
          <p:cNvPr id="3076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139950" cy="365125"/>
          </a:xfrm>
          <a:prstGeom prst="rect">
            <a:avLst/>
          </a:prstGeom>
          <a:noFill/>
        </p:spPr>
        <p:txBody>
          <a:bodyPr/>
          <a:lstStyle/>
          <a:p>
            <a:fld id="{8EB7412F-42BC-4638-8586-5CE74B47495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KẾ HOẠCH GIẢNG DẠY</a:t>
            </a:r>
            <a:endParaRPr lang="vi-V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28151"/>
              </p:ext>
            </p:extLst>
          </p:nvPr>
        </p:nvGraphicFramePr>
        <p:xfrm>
          <a:off x="1524000" y="838200"/>
          <a:ext cx="609600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5640320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60890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Tuần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Nội dung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102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Chương</a:t>
                      </a:r>
                      <a:r>
                        <a:rPr lang="en-US" sz="1800" baseline="0" dirty="0"/>
                        <a:t> 1: </a:t>
                      </a:r>
                      <a:r>
                        <a:rPr lang="en-US" sz="1800" dirty="0" err="1"/>
                        <a:t>Tổng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quan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về</a:t>
                      </a:r>
                      <a:r>
                        <a:rPr lang="en-US" sz="1800" dirty="0"/>
                        <a:t> CTDL </a:t>
                      </a:r>
                      <a:r>
                        <a:rPr lang="en-US" sz="1800" dirty="0" err="1"/>
                        <a:t>và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Giải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thuật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36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Chương</a:t>
                      </a:r>
                      <a:r>
                        <a:rPr lang="en-US" sz="1800" baseline="0" dirty="0"/>
                        <a:t> 2: </a:t>
                      </a:r>
                      <a:r>
                        <a:rPr lang="en-US" sz="1800" dirty="0" err="1"/>
                        <a:t>Cấu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trúc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mảng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và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danh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sách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tuyến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tính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006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vi-V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Bài tập Chương 1 &amp; 2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6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Chương</a:t>
                      </a:r>
                      <a:r>
                        <a:rPr lang="en-US" sz="1800" baseline="0" dirty="0"/>
                        <a:t> 3: </a:t>
                      </a:r>
                      <a:r>
                        <a:rPr lang="en-US" sz="1800" dirty="0" err="1"/>
                        <a:t>Giải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thuật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và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thủ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tục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đệ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quy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0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Chương</a:t>
                      </a:r>
                      <a:r>
                        <a:rPr lang="en-US" sz="1800" baseline="0" dirty="0"/>
                        <a:t> 4: </a:t>
                      </a:r>
                      <a:r>
                        <a:rPr lang="en-US" sz="1800" dirty="0" err="1"/>
                        <a:t>Cấu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trúc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cây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86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Bài tập Chương 3 &amp; 4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317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tra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lần</a:t>
                      </a:r>
                      <a:r>
                        <a:rPr lang="en-US" sz="1800" baseline="0" dirty="0"/>
                        <a:t> 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0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Chương</a:t>
                      </a:r>
                      <a:r>
                        <a:rPr lang="en-US" sz="1800" baseline="0" dirty="0"/>
                        <a:t> 5: </a:t>
                      </a:r>
                      <a:r>
                        <a:rPr lang="en-US" sz="1800" dirty="0" err="1"/>
                        <a:t>Các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giải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thuật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sắp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xếp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48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Chương</a:t>
                      </a:r>
                      <a:r>
                        <a:rPr lang="en-US" sz="1800" baseline="0" dirty="0"/>
                        <a:t> 6: </a:t>
                      </a:r>
                      <a:r>
                        <a:rPr lang="en-US" sz="1800" dirty="0" err="1"/>
                        <a:t>Các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giải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thuật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tìm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kiếm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686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Bài tập Chương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5</a:t>
                      </a:r>
                      <a:r>
                        <a:rPr lang="vi-V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&amp;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6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565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Chương</a:t>
                      </a:r>
                      <a:r>
                        <a:rPr lang="en-US" sz="1800" baseline="0" dirty="0"/>
                        <a:t> 7: </a:t>
                      </a:r>
                      <a:r>
                        <a:rPr lang="en-US" sz="1800" dirty="0" err="1"/>
                        <a:t>Cấu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trúc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đồ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thị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51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Kiểm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tra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lần</a:t>
                      </a:r>
                      <a:r>
                        <a:rPr lang="en-US" sz="1800" baseline="0" dirty="0"/>
                        <a:t> 2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565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Bài tập Chương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7 + </a:t>
                      </a:r>
                      <a:r>
                        <a:rPr lang="en-US" sz="1800" dirty="0" err="1"/>
                        <a:t>Tổng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kết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490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12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317B-5122-4A99-A6E9-FA23C146A7E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TÀI LIỆU HỌC 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-37011" y="838200"/>
            <a:ext cx="8674100" cy="5132832"/>
          </a:xfrm>
        </p:spPr>
        <p:txBody>
          <a:bodyPr>
            <a:normAutofit/>
          </a:bodyPr>
          <a:lstStyle/>
          <a:p>
            <a:pPr lvl="1"/>
            <a:r>
              <a:rPr lang="en-US" sz="2000" b="1" dirty="0" err="1"/>
              <a:t>Giáo</a:t>
            </a:r>
            <a:r>
              <a:rPr lang="en-US" sz="2000" b="1" dirty="0"/>
              <a:t> </a:t>
            </a:r>
            <a:r>
              <a:rPr lang="en-US" sz="2000" b="1" dirty="0" err="1"/>
              <a:t>trình</a:t>
            </a:r>
            <a:endParaRPr lang="vi-VN" sz="2400" dirty="0"/>
          </a:p>
          <a:p>
            <a:pPr lvl="2"/>
            <a:r>
              <a:rPr lang="vi-VN" sz="2000" dirty="0"/>
              <a:t>[1]</a:t>
            </a:r>
            <a:r>
              <a:rPr lang="en-US" sz="2000" dirty="0"/>
              <a:t> </a:t>
            </a:r>
            <a:r>
              <a:rPr lang="vi-VN" sz="2000" dirty="0"/>
              <a:t>Ngôn ngữ lập trình C và Cấu trúc dữ liệu; Nguyễn Thanh Bình, Nguyễn Hoài Giang; NXB Giáo Dục 2017.</a:t>
            </a:r>
          </a:p>
          <a:p>
            <a:pPr lvl="2"/>
            <a:r>
              <a:rPr lang="vi-VN" sz="2000" dirty="0"/>
              <a:t>[2]</a:t>
            </a:r>
            <a:r>
              <a:rPr lang="en-US" sz="2000" dirty="0"/>
              <a:t> Data Structures using C, 2nd Edition; </a:t>
            </a:r>
            <a:r>
              <a:rPr lang="en-US" sz="2000" dirty="0" err="1"/>
              <a:t>Reema</a:t>
            </a:r>
            <a:r>
              <a:rPr lang="en-US" sz="2000" dirty="0"/>
              <a:t> </a:t>
            </a:r>
            <a:r>
              <a:rPr lang="en-US" sz="2000" dirty="0" err="1"/>
              <a:t>Thareja</a:t>
            </a:r>
            <a:r>
              <a:rPr lang="en-US" sz="2000" dirty="0"/>
              <a:t>; Oxford University Press, 2014.</a:t>
            </a:r>
            <a:endParaRPr lang="vi-VN" sz="2000" dirty="0"/>
          </a:p>
          <a:p>
            <a:pPr lvl="1"/>
            <a:r>
              <a:rPr lang="en-US" sz="2000" b="1" dirty="0" err="1"/>
              <a:t>Sách</a:t>
            </a:r>
            <a:r>
              <a:rPr lang="en-US" sz="2000" b="1" dirty="0"/>
              <a:t> </a:t>
            </a:r>
            <a:r>
              <a:rPr lang="en-US" sz="2000" b="1" dirty="0" err="1"/>
              <a:t>tham</a:t>
            </a:r>
            <a:r>
              <a:rPr lang="en-US" sz="2000" b="1" dirty="0"/>
              <a:t> </a:t>
            </a:r>
            <a:r>
              <a:rPr lang="en-US" sz="2000" b="1" dirty="0" err="1"/>
              <a:t>khảo</a:t>
            </a:r>
            <a:r>
              <a:rPr lang="en-US" sz="2000" b="1" dirty="0"/>
              <a:t> </a:t>
            </a:r>
          </a:p>
          <a:p>
            <a:pPr lvl="2"/>
            <a:r>
              <a:rPr lang="en-US" sz="1800" dirty="0"/>
              <a:t>Data Structures and Problem Solving using C++, 2nd Edition; Mark </a:t>
            </a:r>
            <a:r>
              <a:rPr lang="en-US" sz="1800" dirty="0" err="1"/>
              <a:t>Alen</a:t>
            </a:r>
            <a:r>
              <a:rPr lang="en-US" sz="1800" dirty="0"/>
              <a:t> Weiss; Addison Wesley, 2003.</a:t>
            </a:r>
          </a:p>
          <a:p>
            <a:pPr lvl="2"/>
            <a:r>
              <a:rPr lang="vi-VN" sz="1800" dirty="0"/>
              <a:t>Cấu trúc dữ liệu và giải thuật; Đỗ Xuân Lôi; Nhà xuất bản Khoa học và Kỹ thuật, 1998.</a:t>
            </a:r>
            <a:endParaRPr lang="en-US" sz="1800" dirty="0"/>
          </a:p>
          <a:p>
            <a:pPr lvl="2"/>
            <a:r>
              <a:rPr lang="en-US" sz="1800" dirty="0"/>
              <a:t>Introduction to Algorithms; Thomas H. </a:t>
            </a:r>
            <a:r>
              <a:rPr lang="en-US" sz="1800" dirty="0" err="1"/>
              <a:t>Cormen</a:t>
            </a:r>
            <a:r>
              <a:rPr lang="en-US" sz="1800" dirty="0"/>
              <a:t>, Charles E. </a:t>
            </a:r>
            <a:r>
              <a:rPr lang="en-US" sz="1800" dirty="0" err="1"/>
              <a:t>Leiserson</a:t>
            </a:r>
            <a:r>
              <a:rPr lang="en-US" sz="1800" dirty="0"/>
              <a:t>, Ronald L. </a:t>
            </a:r>
            <a:r>
              <a:rPr lang="en-US" sz="1800" dirty="0" err="1"/>
              <a:t>Rivest</a:t>
            </a:r>
            <a:r>
              <a:rPr lang="en-US" sz="1800" dirty="0"/>
              <a:t>, Clifford Stein; Massachusetts Institute of Technology, 2009.</a:t>
            </a:r>
          </a:p>
          <a:p>
            <a:pPr lvl="2"/>
            <a:r>
              <a:rPr lang="vi-VN" sz="1800" dirty="0"/>
              <a:t>Cấu trúc dữ liệu, Phân tích thuật toán và Phát triển phần mềm; Hồ Thuần, Hồ Cẩm Hà, Trần Thiên Thanh; NXBGD 2009;</a:t>
            </a:r>
            <a:endParaRPr lang="en-US" sz="1800" dirty="0"/>
          </a:p>
          <a:p>
            <a:pPr lvl="2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9052845"/>
      </p:ext>
    </p:extLst>
  </p:cSld>
  <p:clrMapOvr>
    <a:masterClrMapping/>
  </p:clrMapOvr>
</p:sld>
</file>

<file path=ppt/theme/theme1.xml><?xml version="1.0" encoding="utf-8"?>
<a:theme xmlns:a="http://schemas.openxmlformats.org/drawingml/2006/main" name="7. SL - Mẫu slides bài giảng_HUST PP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. SL - Mẫu slides bài giảng_HUST PPT Template.pptx" id="{45510D97-992C-451E-ADEA-BBABC4EFA76A}" vid="{3E3F4600-7126-4670-8CD5-2C2CB12BC9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7. SL - Mẫu slides bài giảng_HUST PPT Template</Template>
  <TotalTime>11388</TotalTime>
  <Words>352</Words>
  <Application>Microsoft Office PowerPoint</Application>
  <PresentationFormat>On-screen Show (4:3)</PresentationFormat>
  <Paragraphs>53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Lato</vt:lpstr>
      <vt:lpstr>7. SL - Mẫu slides bài giảng_HUST PPT Template</vt:lpstr>
      <vt:lpstr>CẤU TRÚC DỮ LIỆU VÀ GIẢI THUẬT</vt:lpstr>
      <vt:lpstr>GIỚI THIỆU HỌC PHẦN</vt:lpstr>
      <vt:lpstr>Thông tin về giảng viên</vt:lpstr>
      <vt:lpstr>KẾ HOẠCH GIẢNG DẠY</vt:lpstr>
      <vt:lpstr> TÀI LIỆU HỌC TẬP</vt:lpstr>
    </vt:vector>
  </TitlesOfParts>
  <Company>Utility Muffin Research Kitchen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Dao Trung Kien</dc:creator>
  <cp:lastModifiedBy>Hai Hai</cp:lastModifiedBy>
  <cp:revision>678</cp:revision>
  <cp:lastPrinted>2018-10-12T09:39:58Z</cp:lastPrinted>
  <dcterms:created xsi:type="dcterms:W3CDTF">2007-06-13T23:23:09Z</dcterms:created>
  <dcterms:modified xsi:type="dcterms:W3CDTF">2025-09-17T05:42:11Z</dcterms:modified>
</cp:coreProperties>
</file>